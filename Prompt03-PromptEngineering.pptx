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64" r:id="rId2"/>
    <p:sldId id="536" r:id="rId3"/>
    <p:sldId id="348" r:id="rId4"/>
    <p:sldId id="538" r:id="rId5"/>
    <p:sldId id="539" r:id="rId6"/>
    <p:sldId id="540" r:id="rId7"/>
    <p:sldId id="537" r:id="rId8"/>
    <p:sldId id="541" r:id="rId9"/>
    <p:sldId id="542" r:id="rId10"/>
    <p:sldId id="543" r:id="rId1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609015" y="1869334"/>
            <a:ext cx="6400800" cy="1752600"/>
          </a:xfrm>
        </p:spPr>
        <p:txBody>
          <a:bodyPr/>
          <a:lstStyle/>
          <a:p>
            <a:pPr eaLnBrk="1" hangingPunct="1"/>
            <a:r>
              <a:rPr lang="fr-FR" altLang="fr-FR" dirty="0"/>
              <a:t>Prompt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771800" y="544153"/>
            <a:ext cx="4211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Prompt engineering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B0E3DE-7929-40C3-8F88-CAF151B25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9" y="3429000"/>
            <a:ext cx="9142310" cy="2241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0B3CB-7458-AD76-00A8-9E4A58B7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nouveau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A9C2F-8D79-AD5D-7196-AEFA015F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  <a:p>
            <a:pPr lvl="1"/>
            <a:r>
              <a:rPr lang="fr-FR" dirty="0"/>
              <a:t>L’art de poser les bonnes questions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B65E51-CD26-8726-F4FD-E1C0022F7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708920"/>
            <a:ext cx="8145012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00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AEBD8-F4FD-1484-1590-DA5456F7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0B0DFC-5926-BFEB-41F9-1E37567D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Métier du prompt</a:t>
            </a:r>
          </a:p>
          <a:p>
            <a:r>
              <a:rPr lang="fr-FR" dirty="0"/>
              <a:t>Gestion du contexte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078BCC-F896-D423-45AB-F912E85E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521" y="2956224"/>
            <a:ext cx="9415041" cy="250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9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AD6C7-A535-A75F-58E2-BC5728D20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Qu’est-ce qu’un prompt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243243-217E-D951-2FD7-484822D67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prompt pour un LLM est une entrée textuelle qui initie une conversation ou déclenche une réponse du modèle</a:t>
            </a:r>
          </a:p>
          <a:p>
            <a:pPr lvl="1"/>
            <a:r>
              <a:rPr lang="fr-FR" dirty="0"/>
              <a:t>Cependant, il peut aussi prendre d’autres formes, comme une image ou un audio</a:t>
            </a:r>
          </a:p>
        </p:txBody>
      </p:sp>
    </p:spTree>
    <p:extLst>
      <p:ext uri="{BB962C8B-B14F-4D97-AF65-F5344CB8AC3E}">
        <p14:creationId xmlns:p14="http://schemas.microsoft.com/office/powerpoint/2010/main" val="112109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8B51B-CEAE-DCB9-5D48-E1E7F855A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Qu’est-ce que le prompt engineering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9541DB-EB23-F2B9-AD75-0DE633084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prompt engineering est le processus qui consiste à concevoir et optimiser des prompts d’entrée afin de guider efficacement les réponses d’un modèle de langage</a:t>
            </a:r>
          </a:p>
        </p:txBody>
      </p:sp>
    </p:spTree>
    <p:extLst>
      <p:ext uri="{BB962C8B-B14F-4D97-AF65-F5344CB8AC3E}">
        <p14:creationId xmlns:p14="http://schemas.microsoft.com/office/powerpoint/2010/main" val="154733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B6550A-C66A-CE0F-2CE4-4C1D43F9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Soyez clair et précis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E9E029-43CA-6BF3-1174-43FCF4C71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Assurez-vous que vos prompts sont clairs, précis et qu’ils fournissent suffisamment de contexte pour que le modèle comprenne ce que vous demandez</a:t>
            </a:r>
          </a:p>
          <a:p>
            <a:r>
              <a:rPr lang="fr-FR" dirty="0"/>
              <a:t>Évitez toute ambiguïté et soyez aussi précis que possible afin d’obtenir des réponses exactes et pertinentes.</a:t>
            </a:r>
          </a:p>
        </p:txBody>
      </p:sp>
    </p:spTree>
    <p:extLst>
      <p:ext uri="{BB962C8B-B14F-4D97-AF65-F5344CB8AC3E}">
        <p14:creationId xmlns:p14="http://schemas.microsoft.com/office/powerpoint/2010/main" val="171456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191EC-6D20-F0BE-C601-4F2B14F0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433756-41DD-3C4E-3884-75AD64B2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C5FE83-1339-AC00-113E-CBB1A0CC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5" y="1971537"/>
            <a:ext cx="7361558" cy="3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60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3EDC3D-04E7-3809-29C7-26EDB023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Amélioration itérative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C70E5D-63D2-72AA-C65A-BA27C3D28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prompt engineering nécessite souvent une approche itérative</a:t>
            </a:r>
          </a:p>
          <a:p>
            <a:r>
              <a:rPr lang="fr-FR" dirty="0"/>
              <a:t>Commencez par un prompt initial, examinez la réponse, puis affinez le prompt en fonction du résultat</a:t>
            </a:r>
          </a:p>
          <a:p>
            <a:r>
              <a:rPr lang="fr-FR" dirty="0"/>
              <a:t>Ajustez la formulation, ajoutez plus de contexte ou simplifiez la demande si nécessaire pour améliorer les résultats.</a:t>
            </a:r>
          </a:p>
        </p:txBody>
      </p:sp>
    </p:spTree>
    <p:extLst>
      <p:ext uri="{BB962C8B-B14F-4D97-AF65-F5344CB8AC3E}">
        <p14:creationId xmlns:p14="http://schemas.microsoft.com/office/powerpoint/2010/main" val="3788310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F0E200-649C-D7CD-E2B4-C5BDC8583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Demander un ton différent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DBC06A-FCE4-500F-69D5-577551B4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Utilisez des adjectifs descriptifs pour indiquer le ton</a:t>
            </a:r>
          </a:p>
          <a:p>
            <a:r>
              <a:rPr lang="fr-FR" dirty="0"/>
              <a:t>Des mots comme formel, informel, convivial, professionnel, humoristique ou sérieux peuvent aider à guider le modèle</a:t>
            </a:r>
          </a:p>
          <a:p>
            <a:r>
              <a:rPr lang="fr-FR" dirty="0"/>
              <a:t>Par exemple : « Expliquez cela sur un ton convivial et engageant. »</a:t>
            </a:r>
          </a:p>
        </p:txBody>
      </p:sp>
    </p:spTree>
    <p:extLst>
      <p:ext uri="{BB962C8B-B14F-4D97-AF65-F5344CB8AC3E}">
        <p14:creationId xmlns:p14="http://schemas.microsoft.com/office/powerpoint/2010/main" val="6081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E56FD-3590-EED0-CBDE-8B31BD06C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Prompt simple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9DA140-C704-75E2-90AC-FF603A2ED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prompt simple, c'est une instruction directe, naturelle, sans mise en forme particulière</a:t>
            </a:r>
          </a:p>
          <a:p>
            <a:pPr lvl="1"/>
            <a:r>
              <a:rPr lang="fr-FR" dirty="0"/>
              <a:t>Comme on parlerait à quelqu'un</a:t>
            </a:r>
          </a:p>
          <a:p>
            <a:pPr lvl="1"/>
            <a:r>
              <a:rPr lang="fr-FR" dirty="0"/>
              <a:t>"Explique-moi comment fonctionne une API REST."</a:t>
            </a:r>
          </a:p>
        </p:txBody>
      </p:sp>
    </p:spTree>
    <p:extLst>
      <p:ext uri="{BB962C8B-B14F-4D97-AF65-F5344CB8AC3E}">
        <p14:creationId xmlns:p14="http://schemas.microsoft.com/office/powerpoint/2010/main" val="2891994852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3444</TotalTime>
  <Words>260</Words>
  <Application>Microsoft Office PowerPoint</Application>
  <PresentationFormat>Affichage à l'écran (4:3)</PresentationFormat>
  <Paragraphs>29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cvc</vt:lpstr>
      <vt:lpstr>Présentation PowerPoint</vt:lpstr>
      <vt:lpstr>Un nouveau métier</vt:lpstr>
      <vt:lpstr>Prompt Engineering</vt:lpstr>
      <vt:lpstr>Qu’est-ce qu’un prompt ?</vt:lpstr>
      <vt:lpstr>Qu’est-ce que le prompt engineering ?</vt:lpstr>
      <vt:lpstr>Soyez clair et précis</vt:lpstr>
      <vt:lpstr>Contexte</vt:lpstr>
      <vt:lpstr>Amélioration itérative</vt:lpstr>
      <vt:lpstr>Demander un ton différent</vt:lpstr>
      <vt:lpstr>Prompt simple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251</cp:revision>
  <dcterms:created xsi:type="dcterms:W3CDTF">2000-04-10T19:33:12Z</dcterms:created>
  <dcterms:modified xsi:type="dcterms:W3CDTF">2026-03-30T13:11:37Z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