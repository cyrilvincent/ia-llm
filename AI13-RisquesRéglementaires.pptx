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18_EFE0BEC1.xml" ContentType="application/vnd.ms-powerpoint.comments+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7" r:id="rId5"/>
    <p:sldMasterId id="2147483689" r:id="rId6"/>
  </p:sldMasterIdLst>
  <p:notesMasterIdLst>
    <p:notesMasterId r:id="rId43"/>
  </p:notesMasterIdLst>
  <p:sldIdLst>
    <p:sldId id="2561" r:id="rId7"/>
    <p:sldId id="2563" r:id="rId8"/>
    <p:sldId id="2602" r:id="rId9"/>
    <p:sldId id="377" r:id="rId10"/>
    <p:sldId id="2577" r:id="rId11"/>
    <p:sldId id="2565" r:id="rId12"/>
    <p:sldId id="2566" r:id="rId13"/>
    <p:sldId id="2590" r:id="rId14"/>
    <p:sldId id="2603" r:id="rId15"/>
    <p:sldId id="263" r:id="rId16"/>
    <p:sldId id="264" r:id="rId17"/>
    <p:sldId id="265" r:id="rId18"/>
    <p:sldId id="2580" r:id="rId19"/>
    <p:sldId id="2582" r:id="rId20"/>
    <p:sldId id="2579" r:id="rId21"/>
    <p:sldId id="2583" r:id="rId22"/>
    <p:sldId id="2591" r:id="rId23"/>
    <p:sldId id="2584" r:id="rId24"/>
    <p:sldId id="2592" r:id="rId25"/>
    <p:sldId id="2593" r:id="rId26"/>
    <p:sldId id="2594" r:id="rId27"/>
    <p:sldId id="2595" r:id="rId28"/>
    <p:sldId id="2596" r:id="rId29"/>
    <p:sldId id="2597" r:id="rId30"/>
    <p:sldId id="2598" r:id="rId31"/>
    <p:sldId id="2568" r:id="rId32"/>
    <p:sldId id="2586" r:id="rId33"/>
    <p:sldId id="2587" r:id="rId34"/>
    <p:sldId id="259" r:id="rId35"/>
    <p:sldId id="2569" r:id="rId36"/>
    <p:sldId id="2570" r:id="rId37"/>
    <p:sldId id="2571" r:id="rId38"/>
    <p:sldId id="2572" r:id="rId39"/>
    <p:sldId id="261" r:id="rId40"/>
    <p:sldId id="280" r:id="rId41"/>
    <p:sldId id="2574" r:id="rId4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sur les risques, le cadre réglementaire et la responsabilité de l'IA en entreprise" id="{DF1EA1D1-BC07-47FD-94DE-1F275472D794}">
          <p14:sldIdLst>
            <p14:sldId id="2561"/>
          </p14:sldIdLst>
        </p14:section>
        <p14:section name="Introduction – Pourquoi encadrer l’IA ?" id="{47309CA9-BB4E-46CE-82B6-CA2595D1F243}">
          <p14:sldIdLst>
            <p14:sldId id="2563"/>
            <p14:sldId id="2602"/>
            <p14:sldId id="377"/>
            <p14:sldId id="2577"/>
          </p14:sldIdLst>
        </p14:section>
        <p14:section name="Identifier les risques liés à l’IA" id="{80E33627-21D3-4B5E-9647-756890548AEA}">
          <p14:sldIdLst>
            <p14:sldId id="2565"/>
            <p14:sldId id="2566"/>
            <p14:sldId id="2590"/>
            <p14:sldId id="2603"/>
            <p14:sldId id="263"/>
            <p14:sldId id="264"/>
            <p14:sldId id="265"/>
            <p14:sldId id="2580"/>
            <p14:sldId id="2582"/>
            <p14:sldId id="2579"/>
            <p14:sldId id="2583"/>
            <p14:sldId id="2591"/>
            <p14:sldId id="2584"/>
            <p14:sldId id="2592"/>
            <p14:sldId id="2593"/>
            <p14:sldId id="2594"/>
            <p14:sldId id="2595"/>
            <p14:sldId id="2596"/>
            <p14:sldId id="2597"/>
            <p14:sldId id="2598"/>
          </p14:sldIdLst>
        </p14:section>
        <p14:section name="Cadre réglementaire – Ce que dit la loi" id="{C7A81902-56C8-4A2D-9E70-D95C3225AE0F}">
          <p14:sldIdLst>
            <p14:sldId id="2568"/>
            <p14:sldId id="2586"/>
            <p14:sldId id="2587"/>
            <p14:sldId id="259"/>
            <p14:sldId id="2569"/>
            <p14:sldId id="2570"/>
            <p14:sldId id="2571"/>
          </p14:sldIdLst>
        </p14:section>
        <p14:section name="Encadrer les usages – Mettre en place un cadre interne" id="{8912B051-D185-458C-8DE5-13D7DA4FA5B7}">
          <p14:sldIdLst>
            <p14:sldId id="2572"/>
            <p14:sldId id="261"/>
            <p14:sldId id="280"/>
            <p14:sldId id="257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F282A0-8A30-6F6D-51EF-9E0AFC9600EF}" name="Romain Joubert" initials="RJ" userId="S::romain.joubert@atp-formation.com::6d86d6ae-6f5b-437c-9076-0682941ba82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0980"/>
    <a:srgbClr val="1A16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3675A1-BDB8-45D2-86C4-F0B5D3D97550}" v="686" dt="2025-10-24T12:35:20.6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raine Godard" userId="a4fd330d-7eb1-45cf-96ae-2e2653641c73" providerId="ADAL" clId="{13285130-BFBB-40FA-AB1A-DA035D49D947}"/>
    <pc:docChg chg="undo redo custSel addSld delSld modSld sldOrd modSection">
      <pc:chgData name="Loraine Godard" userId="a4fd330d-7eb1-45cf-96ae-2e2653641c73" providerId="ADAL" clId="{13285130-BFBB-40FA-AB1A-DA035D49D947}" dt="2025-07-02T13:04:10.822" v="384" actId="2696"/>
      <pc:docMkLst>
        <pc:docMk/>
      </pc:docMkLst>
      <pc:sldChg chg="modSp">
        <pc:chgData name="Loraine Godard" userId="a4fd330d-7eb1-45cf-96ae-2e2653641c73" providerId="ADAL" clId="{13285130-BFBB-40FA-AB1A-DA035D49D947}" dt="2025-07-02T12:41:17.108" v="36" actId="313"/>
        <pc:sldMkLst>
          <pc:docMk/>
          <pc:sldMk cId="4030560125" sldId="2561"/>
        </pc:sldMkLst>
      </pc:sldChg>
      <pc:sldChg chg="modSp mod">
        <pc:chgData name="Loraine Godard" userId="a4fd330d-7eb1-45cf-96ae-2e2653641c73" providerId="ADAL" clId="{13285130-BFBB-40FA-AB1A-DA035D49D947}" dt="2025-07-02T12:42:22.824" v="56" actId="14100"/>
        <pc:sldMkLst>
          <pc:docMk/>
          <pc:sldMk cId="3078237703" sldId="2562"/>
        </pc:sldMkLst>
      </pc:sldChg>
      <pc:sldChg chg="modSp mod">
        <pc:chgData name="Loraine Godard" userId="a4fd330d-7eb1-45cf-96ae-2e2653641c73" providerId="ADAL" clId="{13285130-BFBB-40FA-AB1A-DA035D49D947}" dt="2025-07-02T12:42:33.061" v="71" actId="20577"/>
        <pc:sldMkLst>
          <pc:docMk/>
          <pc:sldMk cId="453899448" sldId="2563"/>
        </pc:sldMkLst>
      </pc:sldChg>
      <pc:sldChg chg="addSp delSp modSp mod ord">
        <pc:chgData name="Loraine Godard" userId="a4fd330d-7eb1-45cf-96ae-2e2653641c73" providerId="ADAL" clId="{13285130-BFBB-40FA-AB1A-DA035D49D947}" dt="2025-07-02T12:51:23.947" v="170" actId="20577"/>
        <pc:sldMkLst>
          <pc:docMk/>
          <pc:sldMk cId="2609651311" sldId="2564"/>
        </pc:sldMkLst>
      </pc:sldChg>
      <pc:sldChg chg="modSp mod">
        <pc:chgData name="Loraine Godard" userId="a4fd330d-7eb1-45cf-96ae-2e2653641c73" providerId="ADAL" clId="{13285130-BFBB-40FA-AB1A-DA035D49D947}" dt="2025-07-02T12:49:40.370" v="169" actId="20577"/>
        <pc:sldMkLst>
          <pc:docMk/>
          <pc:sldMk cId="1160829323" sldId="2565"/>
        </pc:sldMkLst>
      </pc:sldChg>
      <pc:sldChg chg="addSp delSp modSp mod">
        <pc:chgData name="Loraine Godard" userId="a4fd330d-7eb1-45cf-96ae-2e2653641c73" providerId="ADAL" clId="{13285130-BFBB-40FA-AB1A-DA035D49D947}" dt="2025-07-02T12:53:41.446" v="178" actId="21"/>
        <pc:sldMkLst>
          <pc:docMk/>
          <pc:sldMk cId="2514759868" sldId="2567"/>
        </pc:sldMkLst>
      </pc:sldChg>
      <pc:sldChg chg="modSp mod">
        <pc:chgData name="Loraine Godard" userId="a4fd330d-7eb1-45cf-96ae-2e2653641c73" providerId="ADAL" clId="{13285130-BFBB-40FA-AB1A-DA035D49D947}" dt="2025-07-02T12:40:51.559" v="3" actId="27636"/>
        <pc:sldMkLst>
          <pc:docMk/>
          <pc:sldMk cId="2950584680" sldId="2568"/>
        </pc:sldMkLst>
      </pc:sldChg>
      <pc:sldChg chg="modSp mod">
        <pc:chgData name="Loraine Godard" userId="a4fd330d-7eb1-45cf-96ae-2e2653641c73" providerId="ADAL" clId="{13285130-BFBB-40FA-AB1A-DA035D49D947}" dt="2025-07-02T12:40:51.570" v="4" actId="27636"/>
        <pc:sldMkLst>
          <pc:docMk/>
          <pc:sldMk cId="1913104539" sldId="2572"/>
        </pc:sldMkLst>
      </pc:sldChg>
      <pc:sldChg chg="modSp del mod">
        <pc:chgData name="Loraine Godard" userId="a4fd330d-7eb1-45cf-96ae-2e2653641c73" providerId="ADAL" clId="{13285130-BFBB-40FA-AB1A-DA035D49D947}" dt="2025-07-02T13:04:10.822" v="384" actId="2696"/>
        <pc:sldMkLst>
          <pc:docMk/>
          <pc:sldMk cId="556475930" sldId="2575"/>
        </pc:sldMkLst>
      </pc:sldChg>
      <pc:sldChg chg="addSp delSp modSp new mod ord modClrScheme chgLayout">
        <pc:chgData name="Loraine Godard" userId="a4fd330d-7eb1-45cf-96ae-2e2653641c73" providerId="ADAL" clId="{13285130-BFBB-40FA-AB1A-DA035D49D947}" dt="2025-07-02T12:44:17.046" v="80" actId="14100"/>
        <pc:sldMkLst>
          <pc:docMk/>
          <pc:sldMk cId="3762938063" sldId="2576"/>
        </pc:sldMkLst>
      </pc:sldChg>
      <pc:sldChg chg="addSp delSp modSp new mod ord modClrScheme chgLayout">
        <pc:chgData name="Loraine Godard" userId="a4fd330d-7eb1-45cf-96ae-2e2653641c73" providerId="ADAL" clId="{13285130-BFBB-40FA-AB1A-DA035D49D947}" dt="2025-07-02T12:47:23.582" v="119"/>
        <pc:sldMkLst>
          <pc:docMk/>
          <pc:sldMk cId="1595461816" sldId="2577"/>
        </pc:sldMkLst>
      </pc:sldChg>
      <pc:sldChg chg="addSp delSp modSp new mod modClrScheme chgLayout">
        <pc:chgData name="Loraine Godard" userId="a4fd330d-7eb1-45cf-96ae-2e2653641c73" providerId="ADAL" clId="{13285130-BFBB-40FA-AB1A-DA035D49D947}" dt="2025-07-02T12:48:54.122" v="148" actId="20577"/>
        <pc:sldMkLst>
          <pc:docMk/>
          <pc:sldMk cId="888942751" sldId="2578"/>
        </pc:sldMkLst>
      </pc:sldChg>
      <pc:sldChg chg="addSp delSp modSp new mod modClrScheme chgLayout">
        <pc:chgData name="Loraine Godard" userId="a4fd330d-7eb1-45cf-96ae-2e2653641c73" providerId="ADAL" clId="{13285130-BFBB-40FA-AB1A-DA035D49D947}" dt="2025-07-02T12:59:51.156" v="368"/>
        <pc:sldMkLst>
          <pc:docMk/>
          <pc:sldMk cId="1403849138" sldId="2579"/>
        </pc:sldMkLst>
      </pc:sldChg>
      <pc:sldChg chg="addSp delSp modSp new mod modClrScheme chgLayout">
        <pc:chgData name="Loraine Godard" userId="a4fd330d-7eb1-45cf-96ae-2e2653641c73" providerId="ADAL" clId="{13285130-BFBB-40FA-AB1A-DA035D49D947}" dt="2025-07-02T12:53:20.759" v="176"/>
        <pc:sldMkLst>
          <pc:docMk/>
          <pc:sldMk cId="2485093877" sldId="2580"/>
        </pc:sldMkLst>
      </pc:sldChg>
      <pc:sldChg chg="modSp new mod">
        <pc:chgData name="Loraine Godard" userId="a4fd330d-7eb1-45cf-96ae-2e2653641c73" providerId="ADAL" clId="{13285130-BFBB-40FA-AB1A-DA035D49D947}" dt="2025-07-02T12:53:46.309" v="179"/>
        <pc:sldMkLst>
          <pc:docMk/>
          <pc:sldMk cId="1719792388" sldId="2581"/>
        </pc:sldMkLst>
      </pc:sldChg>
      <pc:sldChg chg="addSp delSp modSp new mod modClrScheme chgLayout">
        <pc:chgData name="Loraine Godard" userId="a4fd330d-7eb1-45cf-96ae-2e2653641c73" providerId="ADAL" clId="{13285130-BFBB-40FA-AB1A-DA035D49D947}" dt="2025-07-02T12:58:14.941" v="346" actId="20577"/>
        <pc:sldMkLst>
          <pc:docMk/>
          <pc:sldMk cId="979451338" sldId="2582"/>
        </pc:sldMkLst>
      </pc:sldChg>
      <pc:sldChg chg="addSp delSp modSp new mod modClrScheme chgLayout">
        <pc:chgData name="Loraine Godard" userId="a4fd330d-7eb1-45cf-96ae-2e2653641c73" providerId="ADAL" clId="{13285130-BFBB-40FA-AB1A-DA035D49D947}" dt="2025-07-02T13:00:38.322" v="375" actId="1076"/>
        <pc:sldMkLst>
          <pc:docMk/>
          <pc:sldMk cId="1316718545" sldId="2583"/>
        </pc:sldMkLst>
      </pc:sldChg>
      <pc:sldChg chg="modSp add mod">
        <pc:chgData name="Loraine Godard" userId="a4fd330d-7eb1-45cf-96ae-2e2653641c73" providerId="ADAL" clId="{13285130-BFBB-40FA-AB1A-DA035D49D947}" dt="2025-07-02T13:02:15.560" v="383" actId="1076"/>
        <pc:sldMkLst>
          <pc:docMk/>
          <pc:sldMk cId="1674650635" sldId="2584"/>
        </pc:sldMkLst>
      </pc:sldChg>
      <pc:sldChg chg="new del">
        <pc:chgData name="Loraine Godard" userId="a4fd330d-7eb1-45cf-96ae-2e2653641c73" providerId="ADAL" clId="{13285130-BFBB-40FA-AB1A-DA035D49D947}" dt="2025-07-02T13:00:52.600" v="377" actId="2696"/>
        <pc:sldMkLst>
          <pc:docMk/>
          <pc:sldMk cId="3438922778" sldId="2584"/>
        </pc:sldMkLst>
      </pc:sldChg>
      <pc:sldChg chg="addSp modSp new mod">
        <pc:chgData name="Loraine Godard" userId="a4fd330d-7eb1-45cf-96ae-2e2653641c73" providerId="ADAL" clId="{13285130-BFBB-40FA-AB1A-DA035D49D947}" dt="2025-07-02T13:01:53.291" v="382" actId="1076"/>
        <pc:sldMkLst>
          <pc:docMk/>
          <pc:sldMk cId="2645584056" sldId="2585"/>
        </pc:sldMkLst>
      </pc:sldChg>
    </pc:docChg>
  </pc:docChgLst>
  <pc:docChgLst>
    <pc:chgData name="Loraine Godard" userId="a4fd330d-7eb1-45cf-96ae-2e2653641c73" providerId="ADAL" clId="{3D3675A1-BDB8-45D2-86C4-F0B5D3D97550}"/>
    <pc:docChg chg="undo custSel addSld delSld modSld sldOrd delSection modSection">
      <pc:chgData name="Loraine Godard" userId="a4fd330d-7eb1-45cf-96ae-2e2653641c73" providerId="ADAL" clId="{3D3675A1-BDB8-45D2-86C4-F0B5D3D97550}" dt="2025-10-24T12:35:20.653" v="2091" actId="729"/>
      <pc:docMkLst>
        <pc:docMk/>
      </pc:docMkLst>
      <pc:sldChg chg="add del">
        <pc:chgData name="Loraine Godard" userId="a4fd330d-7eb1-45cf-96ae-2e2653641c73" providerId="ADAL" clId="{3D3675A1-BDB8-45D2-86C4-F0B5D3D97550}" dt="2025-10-23T09:27:29.134" v="1807" actId="2696"/>
        <pc:sldMkLst>
          <pc:docMk/>
          <pc:sldMk cId="1202781140" sldId="258"/>
        </pc:sldMkLst>
      </pc:sldChg>
      <pc:sldChg chg="delSp modSp add mod">
        <pc:chgData name="Loraine Godard" userId="a4fd330d-7eb1-45cf-96ae-2e2653641c73" providerId="ADAL" clId="{3D3675A1-BDB8-45D2-86C4-F0B5D3D97550}" dt="2025-10-07T15:03:03.711" v="1783" actId="20577"/>
        <pc:sldMkLst>
          <pc:docMk/>
          <pc:sldMk cId="3181960840" sldId="259"/>
        </pc:sldMkLst>
        <pc:spChg chg="mod">
          <ac:chgData name="Loraine Godard" userId="a4fd330d-7eb1-45cf-96ae-2e2653641c73" providerId="ADAL" clId="{3D3675A1-BDB8-45D2-86C4-F0B5D3D97550}" dt="2025-10-07T15:03:03.711" v="1783" actId="20577"/>
          <ac:spMkLst>
            <pc:docMk/>
            <pc:sldMk cId="3181960840" sldId="259"/>
            <ac:spMk id="5" creationId="{F48ABA13-B7E5-F867-2589-775D72064805}"/>
          </ac:spMkLst>
        </pc:spChg>
      </pc:sldChg>
      <pc:sldChg chg="add">
        <pc:chgData name="Loraine Godard" userId="a4fd330d-7eb1-45cf-96ae-2e2653641c73" providerId="ADAL" clId="{3D3675A1-BDB8-45D2-86C4-F0B5D3D97550}" dt="2025-10-02T14:01:04.538" v="4"/>
        <pc:sldMkLst>
          <pc:docMk/>
          <pc:sldMk cId="1310088666" sldId="261"/>
        </pc:sldMkLst>
      </pc:sldChg>
      <pc:sldChg chg="delSp modSp add del mod setBg modShow">
        <pc:chgData name="Loraine Godard" userId="a4fd330d-7eb1-45cf-96ae-2e2653641c73" providerId="ADAL" clId="{3D3675A1-BDB8-45D2-86C4-F0B5D3D97550}" dt="2025-10-24T12:35:20.653" v="2091" actId="729"/>
        <pc:sldMkLst>
          <pc:docMk/>
          <pc:sldMk cId="1134566408" sldId="263"/>
        </pc:sldMkLst>
        <pc:spChg chg="mod">
          <ac:chgData name="Loraine Godard" userId="a4fd330d-7eb1-45cf-96ae-2e2653641c73" providerId="ADAL" clId="{3D3675A1-BDB8-45D2-86C4-F0B5D3D97550}" dt="2025-10-06T07:44:44.799" v="767" actId="1076"/>
          <ac:spMkLst>
            <pc:docMk/>
            <pc:sldMk cId="1134566408" sldId="263"/>
            <ac:spMk id="2" creationId="{6F7C5E4E-1C2F-75F9-CBBE-641F2614880D}"/>
          </ac:spMkLst>
        </pc:spChg>
        <pc:spChg chg="mod">
          <ac:chgData name="Loraine Godard" userId="a4fd330d-7eb1-45cf-96ae-2e2653641c73" providerId="ADAL" clId="{3D3675A1-BDB8-45D2-86C4-F0B5D3D97550}" dt="2025-10-06T07:45:11.365" v="768" actId="255"/>
          <ac:spMkLst>
            <pc:docMk/>
            <pc:sldMk cId="1134566408" sldId="263"/>
            <ac:spMk id="14" creationId="{49280B66-5BCC-98A5-D28A-A3D0E58E0BFF}"/>
          </ac:spMkLst>
        </pc:spChg>
      </pc:sldChg>
      <pc:sldChg chg="add del mod setBg modShow">
        <pc:chgData name="Loraine Godard" userId="a4fd330d-7eb1-45cf-96ae-2e2653641c73" providerId="ADAL" clId="{3D3675A1-BDB8-45D2-86C4-F0B5D3D97550}" dt="2025-10-24T12:35:20.653" v="2091" actId="729"/>
        <pc:sldMkLst>
          <pc:docMk/>
          <pc:sldMk cId="1505048744" sldId="264"/>
        </pc:sldMkLst>
      </pc:sldChg>
      <pc:sldChg chg="add del mod setBg modShow">
        <pc:chgData name="Loraine Godard" userId="a4fd330d-7eb1-45cf-96ae-2e2653641c73" providerId="ADAL" clId="{3D3675A1-BDB8-45D2-86C4-F0B5D3D97550}" dt="2025-10-24T12:35:20.653" v="2091" actId="729"/>
        <pc:sldMkLst>
          <pc:docMk/>
          <pc:sldMk cId="3736252655" sldId="265"/>
        </pc:sldMkLst>
      </pc:sldChg>
      <pc:sldChg chg="add del">
        <pc:chgData name="Loraine Godard" userId="a4fd330d-7eb1-45cf-96ae-2e2653641c73" providerId="ADAL" clId="{3D3675A1-BDB8-45D2-86C4-F0B5D3D97550}" dt="2025-10-02T13:59:08.921" v="2" actId="47"/>
        <pc:sldMkLst>
          <pc:docMk/>
          <pc:sldMk cId="2449009446" sldId="266"/>
        </pc:sldMkLst>
      </pc:sldChg>
      <pc:sldChg chg="add del">
        <pc:chgData name="Loraine Godard" userId="a4fd330d-7eb1-45cf-96ae-2e2653641c73" providerId="ADAL" clId="{3D3675A1-BDB8-45D2-86C4-F0B5D3D97550}" dt="2025-10-23T09:18:11.612" v="1805" actId="47"/>
        <pc:sldMkLst>
          <pc:docMk/>
          <pc:sldMk cId="1765172268" sldId="268"/>
        </pc:sldMkLst>
      </pc:sldChg>
      <pc:sldChg chg="add">
        <pc:chgData name="Loraine Godard" userId="a4fd330d-7eb1-45cf-96ae-2e2653641c73" providerId="ADAL" clId="{3D3675A1-BDB8-45D2-86C4-F0B5D3D97550}" dt="2025-10-03T06:49:52.038" v="347"/>
        <pc:sldMkLst>
          <pc:docMk/>
          <pc:sldMk cId="4024483521" sldId="280"/>
        </pc:sldMkLst>
      </pc:sldChg>
      <pc:sldChg chg="add del">
        <pc:chgData name="Loraine Godard" userId="a4fd330d-7eb1-45cf-96ae-2e2653641c73" providerId="ADAL" clId="{3D3675A1-BDB8-45D2-86C4-F0B5D3D97550}" dt="2025-10-02T13:59:08.921" v="2" actId="47"/>
        <pc:sldMkLst>
          <pc:docMk/>
          <pc:sldMk cId="2176633208" sldId="285"/>
        </pc:sldMkLst>
      </pc:sldChg>
      <pc:sldChg chg="add">
        <pc:chgData name="Loraine Godard" userId="a4fd330d-7eb1-45cf-96ae-2e2653641c73" providerId="ADAL" clId="{3D3675A1-BDB8-45D2-86C4-F0B5D3D97550}" dt="2025-10-23T09:18:15.767" v="1806"/>
        <pc:sldMkLst>
          <pc:docMk/>
          <pc:sldMk cId="323133951" sldId="377"/>
        </pc:sldMkLst>
      </pc:sldChg>
      <pc:sldChg chg="modSp">
        <pc:chgData name="Loraine Godard" userId="a4fd330d-7eb1-45cf-96ae-2e2653641c73" providerId="ADAL" clId="{3D3675A1-BDB8-45D2-86C4-F0B5D3D97550}" dt="2025-10-07T14:22:35.612" v="1737" actId="20577"/>
        <pc:sldMkLst>
          <pc:docMk/>
          <pc:sldMk cId="4030560125" sldId="2561"/>
        </pc:sldMkLst>
        <pc:spChg chg="mod">
          <ac:chgData name="Loraine Godard" userId="a4fd330d-7eb1-45cf-96ae-2e2653641c73" providerId="ADAL" clId="{3D3675A1-BDB8-45D2-86C4-F0B5D3D97550}" dt="2025-10-07T14:22:35.612" v="1737" actId="20577"/>
          <ac:spMkLst>
            <pc:docMk/>
            <pc:sldMk cId="4030560125" sldId="2561"/>
            <ac:spMk id="2" creationId="{FFFD8C91-6589-7925-17E1-8BAD88EA2175}"/>
          </ac:spMkLst>
        </pc:spChg>
      </pc:sldChg>
      <pc:sldChg chg="modSp del">
        <pc:chgData name="Loraine Godard" userId="a4fd330d-7eb1-45cf-96ae-2e2653641c73" providerId="ADAL" clId="{3D3675A1-BDB8-45D2-86C4-F0B5D3D97550}" dt="2025-10-07T14:21:48.754" v="1702" actId="2696"/>
        <pc:sldMkLst>
          <pc:docMk/>
          <pc:sldMk cId="3078237703" sldId="2562"/>
        </pc:sldMkLst>
      </pc:sldChg>
      <pc:sldChg chg="addSp delSp modSp mod">
        <pc:chgData name="Loraine Godard" userId="a4fd330d-7eb1-45cf-96ae-2e2653641c73" providerId="ADAL" clId="{3D3675A1-BDB8-45D2-86C4-F0B5D3D97550}" dt="2025-10-24T12:12:10.894" v="2063" actId="1076"/>
        <pc:sldMkLst>
          <pc:docMk/>
          <pc:sldMk cId="453899448" sldId="2563"/>
        </pc:sldMkLst>
        <pc:spChg chg="mod">
          <ac:chgData name="Loraine Godard" userId="a4fd330d-7eb1-45cf-96ae-2e2653641c73" providerId="ADAL" clId="{3D3675A1-BDB8-45D2-86C4-F0B5D3D97550}" dt="2025-10-24T12:11:27.344" v="2058" actId="1076"/>
          <ac:spMkLst>
            <pc:docMk/>
            <pc:sldMk cId="453899448" sldId="2563"/>
            <ac:spMk id="2" creationId="{0D14C7B6-1313-E5A1-BB3F-007742632B4C}"/>
          </ac:spMkLst>
        </pc:spChg>
        <pc:spChg chg="mod">
          <ac:chgData name="Loraine Godard" userId="a4fd330d-7eb1-45cf-96ae-2e2653641c73" providerId="ADAL" clId="{3D3675A1-BDB8-45D2-86C4-F0B5D3D97550}" dt="2025-10-07T14:21:18.224" v="1699" actId="6549"/>
          <ac:spMkLst>
            <pc:docMk/>
            <pc:sldMk cId="453899448" sldId="2563"/>
            <ac:spMk id="7" creationId="{63E47485-B69E-F8FE-5FFE-EFFFBA24889C}"/>
          </ac:spMkLst>
        </pc:spChg>
        <pc:spChg chg="del mod">
          <ac:chgData name="Loraine Godard" userId="a4fd330d-7eb1-45cf-96ae-2e2653641c73" providerId="ADAL" clId="{3D3675A1-BDB8-45D2-86C4-F0B5D3D97550}" dt="2025-10-24T12:11:43.249" v="2059" actId="478"/>
          <ac:spMkLst>
            <pc:docMk/>
            <pc:sldMk cId="453899448" sldId="2563"/>
            <ac:spMk id="9" creationId="{2A5A9541-309C-80D1-C15E-C6959420C337}"/>
          </ac:spMkLst>
        </pc:spChg>
        <pc:picChg chg="add mod">
          <ac:chgData name="Loraine Godard" userId="a4fd330d-7eb1-45cf-96ae-2e2653641c73" providerId="ADAL" clId="{3D3675A1-BDB8-45D2-86C4-F0B5D3D97550}" dt="2025-10-24T12:09:52.025" v="2044" actId="1076"/>
          <ac:picMkLst>
            <pc:docMk/>
            <pc:sldMk cId="453899448" sldId="2563"/>
            <ac:picMk id="3" creationId="{59E3CBDF-74FE-6DDB-C139-B86BA1FFD8D6}"/>
          </ac:picMkLst>
        </pc:picChg>
        <pc:picChg chg="add mod">
          <ac:chgData name="Loraine Godard" userId="a4fd330d-7eb1-45cf-96ae-2e2653641c73" providerId="ADAL" clId="{3D3675A1-BDB8-45D2-86C4-F0B5D3D97550}" dt="2025-10-24T12:11:53.316" v="2060" actId="1076"/>
          <ac:picMkLst>
            <pc:docMk/>
            <pc:sldMk cId="453899448" sldId="2563"/>
            <ac:picMk id="4" creationId="{AEFABF4E-407C-341A-A2B7-5CA9752925A5}"/>
          </ac:picMkLst>
        </pc:picChg>
        <pc:picChg chg="add mod">
          <ac:chgData name="Loraine Godard" userId="a4fd330d-7eb1-45cf-96ae-2e2653641c73" providerId="ADAL" clId="{3D3675A1-BDB8-45D2-86C4-F0B5D3D97550}" dt="2025-10-24T12:11:57.454" v="2061" actId="1076"/>
          <ac:picMkLst>
            <pc:docMk/>
            <pc:sldMk cId="453899448" sldId="2563"/>
            <ac:picMk id="5" creationId="{F944ED5C-2AEA-3BEE-39D9-8852A23ED2EF}"/>
          </ac:picMkLst>
        </pc:picChg>
        <pc:picChg chg="add mod">
          <ac:chgData name="Loraine Godard" userId="a4fd330d-7eb1-45cf-96ae-2e2653641c73" providerId="ADAL" clId="{3D3675A1-BDB8-45D2-86C4-F0B5D3D97550}" dt="2025-10-24T12:12:10.894" v="2063" actId="1076"/>
          <ac:picMkLst>
            <pc:docMk/>
            <pc:sldMk cId="453899448" sldId="2563"/>
            <ac:picMk id="6" creationId="{42094937-DC72-1917-B823-8FA14DE8E0B0}"/>
          </ac:picMkLst>
        </pc:picChg>
      </pc:sldChg>
      <pc:sldChg chg="del">
        <pc:chgData name="Loraine Godard" userId="a4fd330d-7eb1-45cf-96ae-2e2653641c73" providerId="ADAL" clId="{3D3675A1-BDB8-45D2-86C4-F0B5D3D97550}" dt="2025-10-06T07:03:25.974" v="529" actId="2696"/>
        <pc:sldMkLst>
          <pc:docMk/>
          <pc:sldMk cId="2609651311" sldId="2564"/>
        </pc:sldMkLst>
      </pc:sldChg>
      <pc:sldChg chg="modSp">
        <pc:chgData name="Loraine Godard" userId="a4fd330d-7eb1-45cf-96ae-2e2653641c73" providerId="ADAL" clId="{3D3675A1-BDB8-45D2-86C4-F0B5D3D97550}" dt="2025-10-03T06:59:59.529" v="528" actId="20577"/>
        <pc:sldMkLst>
          <pc:docMk/>
          <pc:sldMk cId="1160829323" sldId="2565"/>
        </pc:sldMkLst>
        <pc:spChg chg="mod">
          <ac:chgData name="Loraine Godard" userId="a4fd330d-7eb1-45cf-96ae-2e2653641c73" providerId="ADAL" clId="{3D3675A1-BDB8-45D2-86C4-F0B5D3D97550}" dt="2025-10-03T06:59:59.529" v="528" actId="20577"/>
          <ac:spMkLst>
            <pc:docMk/>
            <pc:sldMk cId="1160829323" sldId="2565"/>
            <ac:spMk id="2" creationId="{197EC5B9-D513-A837-5410-78F0F549197C}"/>
          </ac:spMkLst>
        </pc:spChg>
      </pc:sldChg>
      <pc:sldChg chg="addSp delSp modSp mod modAnim">
        <pc:chgData name="Loraine Godard" userId="a4fd330d-7eb1-45cf-96ae-2e2653641c73" providerId="ADAL" clId="{3D3675A1-BDB8-45D2-86C4-F0B5D3D97550}" dt="2025-10-07T15:00:38.175" v="1778" actId="20577"/>
        <pc:sldMkLst>
          <pc:docMk/>
          <pc:sldMk cId="2388916385" sldId="2566"/>
        </pc:sldMkLst>
        <pc:spChg chg="mod">
          <ac:chgData name="Loraine Godard" userId="a4fd330d-7eb1-45cf-96ae-2e2653641c73" providerId="ADAL" clId="{3D3675A1-BDB8-45D2-86C4-F0B5D3D97550}" dt="2025-10-02T15:00:00.485" v="344" actId="20577"/>
          <ac:spMkLst>
            <pc:docMk/>
            <pc:sldMk cId="2388916385" sldId="2566"/>
            <ac:spMk id="2" creationId="{D94D939F-C35E-04EB-EC8F-EEAE0C662A7B}"/>
          </ac:spMkLst>
        </pc:spChg>
        <pc:spChg chg="add mod">
          <ac:chgData name="Loraine Godard" userId="a4fd330d-7eb1-45cf-96ae-2e2653641c73" providerId="ADAL" clId="{3D3675A1-BDB8-45D2-86C4-F0B5D3D97550}" dt="2025-10-07T15:00:38.175" v="1778" actId="20577"/>
          <ac:spMkLst>
            <pc:docMk/>
            <pc:sldMk cId="2388916385" sldId="2566"/>
            <ac:spMk id="3" creationId="{C506FE88-D796-B8F2-8A38-1E5515C0E066}"/>
          </ac:spMkLst>
        </pc:spChg>
      </pc:sldChg>
      <pc:sldChg chg="addSp delSp modSp del mod modClrScheme chgLayout">
        <pc:chgData name="Loraine Godard" userId="a4fd330d-7eb1-45cf-96ae-2e2653641c73" providerId="ADAL" clId="{3D3675A1-BDB8-45D2-86C4-F0B5D3D97550}" dt="2025-10-06T07:45:15.203" v="769" actId="2696"/>
        <pc:sldMkLst>
          <pc:docMk/>
          <pc:sldMk cId="2514759868" sldId="2567"/>
        </pc:sldMkLst>
      </pc:sldChg>
      <pc:sldChg chg="modSp mod">
        <pc:chgData name="Loraine Godard" userId="a4fd330d-7eb1-45cf-96ae-2e2653641c73" providerId="ADAL" clId="{3D3675A1-BDB8-45D2-86C4-F0B5D3D97550}" dt="2025-10-07T15:36:56.693" v="1804" actId="20577"/>
        <pc:sldMkLst>
          <pc:docMk/>
          <pc:sldMk cId="4169658244" sldId="2569"/>
        </pc:sldMkLst>
        <pc:spChg chg="mod">
          <ac:chgData name="Loraine Godard" userId="a4fd330d-7eb1-45cf-96ae-2e2653641c73" providerId="ADAL" clId="{3D3675A1-BDB8-45D2-86C4-F0B5D3D97550}" dt="2025-10-07T15:36:56.693" v="1804" actId="20577"/>
          <ac:spMkLst>
            <pc:docMk/>
            <pc:sldMk cId="4169658244" sldId="2569"/>
            <ac:spMk id="2" creationId="{94FD3F70-872F-EBF4-B7D8-49FBA22DDEFE}"/>
          </ac:spMkLst>
        </pc:spChg>
      </pc:sldChg>
      <pc:sldChg chg="addSp modSp mod">
        <pc:chgData name="Loraine Godard" userId="a4fd330d-7eb1-45cf-96ae-2e2653641c73" providerId="ADAL" clId="{3D3675A1-BDB8-45D2-86C4-F0B5D3D97550}" dt="2025-10-02T14:11:19.798" v="126" actId="14100"/>
        <pc:sldMkLst>
          <pc:docMk/>
          <pc:sldMk cId="830599054" sldId="2571"/>
        </pc:sldMkLst>
        <pc:spChg chg="mod">
          <ac:chgData name="Loraine Godard" userId="a4fd330d-7eb1-45cf-96ae-2e2653641c73" providerId="ADAL" clId="{3D3675A1-BDB8-45D2-86C4-F0B5D3D97550}" dt="2025-10-02T14:04:34.880" v="29" actId="14100"/>
          <ac:spMkLst>
            <pc:docMk/>
            <pc:sldMk cId="830599054" sldId="2571"/>
            <ac:spMk id="2" creationId="{54FE11C6-C9CC-2018-B32B-A9A3EF03016E}"/>
          </ac:spMkLst>
        </pc:spChg>
        <pc:spChg chg="add mod">
          <ac:chgData name="Loraine Godard" userId="a4fd330d-7eb1-45cf-96ae-2e2653641c73" providerId="ADAL" clId="{3D3675A1-BDB8-45D2-86C4-F0B5D3D97550}" dt="2025-10-02T14:09:30.313" v="115" actId="1076"/>
          <ac:spMkLst>
            <pc:docMk/>
            <pc:sldMk cId="830599054" sldId="2571"/>
            <ac:spMk id="3" creationId="{42E9C432-21AB-0A12-6544-1D04CB28AF69}"/>
          </ac:spMkLst>
        </pc:spChg>
        <pc:spChg chg="add mod">
          <ac:chgData name="Loraine Godard" userId="a4fd330d-7eb1-45cf-96ae-2e2653641c73" providerId="ADAL" clId="{3D3675A1-BDB8-45D2-86C4-F0B5D3D97550}" dt="2025-10-02T14:09:16.411" v="112" actId="1076"/>
          <ac:spMkLst>
            <pc:docMk/>
            <pc:sldMk cId="830599054" sldId="2571"/>
            <ac:spMk id="4" creationId="{BDB65215-EDC7-FA78-E822-93B5B51AA01F}"/>
          </ac:spMkLst>
        </pc:spChg>
        <pc:graphicFrameChg chg="mod modGraphic">
          <ac:chgData name="Loraine Godard" userId="a4fd330d-7eb1-45cf-96ae-2e2653641c73" providerId="ADAL" clId="{3D3675A1-BDB8-45D2-86C4-F0B5D3D97550}" dt="2025-10-02T14:11:19.798" v="126" actId="14100"/>
          <ac:graphicFrameMkLst>
            <pc:docMk/>
            <pc:sldMk cId="830599054" sldId="2571"/>
            <ac:graphicFrameMk id="5" creationId="{DD440512-A20F-4F71-9CE3-3D79BEFE7E3A}"/>
          </ac:graphicFrameMkLst>
        </pc:graphicFrameChg>
      </pc:sldChg>
      <pc:sldChg chg="modSp">
        <pc:chgData name="Loraine Godard" userId="a4fd330d-7eb1-45cf-96ae-2e2653641c73" providerId="ADAL" clId="{3D3675A1-BDB8-45D2-86C4-F0B5D3D97550}" dt="2025-10-07T14:25:02.483" v="1739" actId="20577"/>
        <pc:sldMkLst>
          <pc:docMk/>
          <pc:sldMk cId="1913104539" sldId="2572"/>
        </pc:sldMkLst>
        <pc:spChg chg="mod">
          <ac:chgData name="Loraine Godard" userId="a4fd330d-7eb1-45cf-96ae-2e2653641c73" providerId="ADAL" clId="{3D3675A1-BDB8-45D2-86C4-F0B5D3D97550}" dt="2025-10-07T14:25:02.483" v="1739" actId="20577"/>
          <ac:spMkLst>
            <pc:docMk/>
            <pc:sldMk cId="1913104539" sldId="2572"/>
            <ac:spMk id="2" creationId="{B306C7AE-6D53-0809-4CD6-929305C7B7D4}"/>
          </ac:spMkLst>
        </pc:spChg>
      </pc:sldChg>
      <pc:sldChg chg="del">
        <pc:chgData name="Loraine Godard" userId="a4fd330d-7eb1-45cf-96ae-2e2653641c73" providerId="ADAL" clId="{3D3675A1-BDB8-45D2-86C4-F0B5D3D97550}" dt="2025-10-02T14:00:21.712" v="3" actId="2696"/>
        <pc:sldMkLst>
          <pc:docMk/>
          <pc:sldMk cId="811139815" sldId="2573"/>
        </pc:sldMkLst>
      </pc:sldChg>
      <pc:sldChg chg="modSp">
        <pc:chgData name="Loraine Godard" userId="a4fd330d-7eb1-45cf-96ae-2e2653641c73" providerId="ADAL" clId="{3D3675A1-BDB8-45D2-86C4-F0B5D3D97550}" dt="2025-10-06T08:25:42.217" v="1697" actId="20577"/>
        <pc:sldMkLst>
          <pc:docMk/>
          <pc:sldMk cId="485816509" sldId="2574"/>
        </pc:sldMkLst>
        <pc:spChg chg="mod">
          <ac:chgData name="Loraine Godard" userId="a4fd330d-7eb1-45cf-96ae-2e2653641c73" providerId="ADAL" clId="{3D3675A1-BDB8-45D2-86C4-F0B5D3D97550}" dt="2025-10-06T08:25:42.217" v="1697" actId="20577"/>
          <ac:spMkLst>
            <pc:docMk/>
            <pc:sldMk cId="485816509" sldId="2574"/>
            <ac:spMk id="4" creationId="{942780E1-5B27-0DAF-5D69-4CC07BB8DAF6}"/>
          </ac:spMkLst>
        </pc:spChg>
      </pc:sldChg>
      <pc:sldChg chg="modSp del mod">
        <pc:chgData name="Loraine Godard" userId="a4fd330d-7eb1-45cf-96ae-2e2653641c73" providerId="ADAL" clId="{3D3675A1-BDB8-45D2-86C4-F0B5D3D97550}" dt="2025-10-02T14:20:30.674" v="254" actId="2696"/>
        <pc:sldMkLst>
          <pc:docMk/>
          <pc:sldMk cId="3762938063" sldId="2576"/>
        </pc:sldMkLst>
      </pc:sldChg>
      <pc:sldChg chg="modSp mod modClrScheme chgLayout">
        <pc:chgData name="Loraine Godard" userId="a4fd330d-7eb1-45cf-96ae-2e2653641c73" providerId="ADAL" clId="{3D3675A1-BDB8-45D2-86C4-F0B5D3D97550}" dt="2025-10-24T12:19:24.642" v="2090" actId="26606"/>
        <pc:sldMkLst>
          <pc:docMk/>
          <pc:sldMk cId="1595461816" sldId="2577"/>
        </pc:sldMkLst>
        <pc:spChg chg="mod">
          <ac:chgData name="Loraine Godard" userId="a4fd330d-7eb1-45cf-96ae-2e2653641c73" providerId="ADAL" clId="{3D3675A1-BDB8-45D2-86C4-F0B5D3D97550}" dt="2025-10-24T12:19:24.642" v="2090" actId="26606"/>
          <ac:spMkLst>
            <pc:docMk/>
            <pc:sldMk cId="1595461816" sldId="2577"/>
            <ac:spMk id="9" creationId="{76217E73-47FB-34D8-3A34-86990242B10F}"/>
          </ac:spMkLst>
        </pc:spChg>
        <pc:spChg chg="mod">
          <ac:chgData name="Loraine Godard" userId="a4fd330d-7eb1-45cf-96ae-2e2653641c73" providerId="ADAL" clId="{3D3675A1-BDB8-45D2-86C4-F0B5D3D97550}" dt="2025-10-24T12:19:24.642" v="2090" actId="26606"/>
          <ac:spMkLst>
            <pc:docMk/>
            <pc:sldMk cId="1595461816" sldId="2577"/>
            <ac:spMk id="11" creationId="{972BF1A1-3697-860A-53B8-E2B739056E20}"/>
          </ac:spMkLst>
        </pc:spChg>
      </pc:sldChg>
      <pc:sldChg chg="del">
        <pc:chgData name="Loraine Godard" userId="a4fd330d-7eb1-45cf-96ae-2e2653641c73" providerId="ADAL" clId="{3D3675A1-BDB8-45D2-86C4-F0B5D3D97550}" dt="2025-10-02T14:59:31.622" v="297" actId="2696"/>
        <pc:sldMkLst>
          <pc:docMk/>
          <pc:sldMk cId="888942751" sldId="2578"/>
        </pc:sldMkLst>
      </pc:sldChg>
      <pc:sldChg chg="addSp delSp modSp mod">
        <pc:chgData name="Loraine Godard" userId="a4fd330d-7eb1-45cf-96ae-2e2653641c73" providerId="ADAL" clId="{3D3675A1-BDB8-45D2-86C4-F0B5D3D97550}" dt="2025-10-06T08:12:04.106" v="1373" actId="20577"/>
        <pc:sldMkLst>
          <pc:docMk/>
          <pc:sldMk cId="1403849138" sldId="2579"/>
        </pc:sldMkLst>
        <pc:spChg chg="mod">
          <ac:chgData name="Loraine Godard" userId="a4fd330d-7eb1-45cf-96ae-2e2653641c73" providerId="ADAL" clId="{3D3675A1-BDB8-45D2-86C4-F0B5D3D97550}" dt="2025-10-06T08:11:48.861" v="1346" actId="26606"/>
          <ac:spMkLst>
            <pc:docMk/>
            <pc:sldMk cId="1403849138" sldId="2579"/>
            <ac:spMk id="9" creationId="{DAFA35ED-FACB-1C79-AA53-D9D009894CE7}"/>
          </ac:spMkLst>
        </pc:spChg>
        <pc:graphicFrameChg chg="add mod">
          <ac:chgData name="Loraine Godard" userId="a4fd330d-7eb1-45cf-96ae-2e2653641c73" providerId="ADAL" clId="{3D3675A1-BDB8-45D2-86C4-F0B5D3D97550}" dt="2025-10-06T08:12:04.106" v="1373" actId="20577"/>
          <ac:graphicFrameMkLst>
            <pc:docMk/>
            <pc:sldMk cId="1403849138" sldId="2579"/>
            <ac:graphicFrameMk id="13" creationId="{1F2B9162-CEA6-D2E8-C0F9-C6AE97C4E2FA}"/>
          </ac:graphicFrameMkLst>
        </pc:graphicFrameChg>
      </pc:sldChg>
      <pc:sldChg chg="addSp delSp modSp add del mod">
        <pc:chgData name="Loraine Godard" userId="a4fd330d-7eb1-45cf-96ae-2e2653641c73" providerId="ADAL" clId="{3D3675A1-BDB8-45D2-86C4-F0B5D3D97550}" dt="2025-10-06T08:22:03.615" v="1589" actId="20577"/>
        <pc:sldMkLst>
          <pc:docMk/>
          <pc:sldMk cId="2485093877" sldId="2580"/>
        </pc:sldMkLst>
        <pc:spChg chg="add mod">
          <ac:chgData name="Loraine Godard" userId="a4fd330d-7eb1-45cf-96ae-2e2653641c73" providerId="ADAL" clId="{3D3675A1-BDB8-45D2-86C4-F0B5D3D97550}" dt="2025-10-06T08:22:03.615" v="1589" actId="20577"/>
          <ac:spMkLst>
            <pc:docMk/>
            <pc:sldMk cId="2485093877" sldId="2580"/>
            <ac:spMk id="4" creationId="{39EC8A44-CFCC-1FFC-4060-ED7BDE95F51F}"/>
          </ac:spMkLst>
        </pc:spChg>
        <pc:spChg chg="mod">
          <ac:chgData name="Loraine Godard" userId="a4fd330d-7eb1-45cf-96ae-2e2653641c73" providerId="ADAL" clId="{3D3675A1-BDB8-45D2-86C4-F0B5D3D97550}" dt="2025-10-06T07:59:08.716" v="935" actId="255"/>
          <ac:spMkLst>
            <pc:docMk/>
            <pc:sldMk cId="2485093877" sldId="2580"/>
            <ac:spMk id="9" creationId="{90ED726C-25C9-8B82-3F39-A692FE10E4E4}"/>
          </ac:spMkLst>
        </pc:spChg>
        <pc:graphicFrameChg chg="add del mod">
          <ac:chgData name="Loraine Godard" userId="a4fd330d-7eb1-45cf-96ae-2e2653641c73" providerId="ADAL" clId="{3D3675A1-BDB8-45D2-86C4-F0B5D3D97550}" dt="2025-10-06T08:21:45.687" v="1579"/>
          <ac:graphicFrameMkLst>
            <pc:docMk/>
            <pc:sldMk cId="2485093877" sldId="2580"/>
            <ac:graphicFrameMk id="13" creationId="{11A1874D-14D3-0488-2EEA-9F8B65A01472}"/>
          </ac:graphicFrameMkLst>
        </pc:graphicFrameChg>
        <pc:picChg chg="add mod">
          <ac:chgData name="Loraine Godard" userId="a4fd330d-7eb1-45cf-96ae-2e2653641c73" providerId="ADAL" clId="{3D3675A1-BDB8-45D2-86C4-F0B5D3D97550}" dt="2025-10-06T08:21:55.817" v="1582" actId="1076"/>
          <ac:picMkLst>
            <pc:docMk/>
            <pc:sldMk cId="2485093877" sldId="2580"/>
            <ac:picMk id="6" creationId="{AF068257-4F13-1860-DD74-FCD80E18A545}"/>
          </ac:picMkLst>
        </pc:picChg>
      </pc:sldChg>
      <pc:sldChg chg="del">
        <pc:chgData name="Loraine Godard" userId="a4fd330d-7eb1-45cf-96ae-2e2653641c73" providerId="ADAL" clId="{3D3675A1-BDB8-45D2-86C4-F0B5D3D97550}" dt="2025-10-02T15:01:09.092" v="346" actId="2696"/>
        <pc:sldMkLst>
          <pc:docMk/>
          <pc:sldMk cId="1719792388" sldId="2581"/>
        </pc:sldMkLst>
      </pc:sldChg>
      <pc:sldChg chg="addSp modSp mod modClrScheme chgLayout">
        <pc:chgData name="Loraine Godard" userId="a4fd330d-7eb1-45cf-96ae-2e2653641c73" providerId="ADAL" clId="{3D3675A1-BDB8-45D2-86C4-F0B5D3D97550}" dt="2025-10-06T07:58:53.512" v="934" actId="255"/>
        <pc:sldMkLst>
          <pc:docMk/>
          <pc:sldMk cId="979451338" sldId="2582"/>
        </pc:sldMkLst>
        <pc:spChg chg="mod">
          <ac:chgData name="Loraine Godard" userId="a4fd330d-7eb1-45cf-96ae-2e2653641c73" providerId="ADAL" clId="{3D3675A1-BDB8-45D2-86C4-F0B5D3D97550}" dt="2025-10-06T07:58:53.512" v="934" actId="255"/>
          <ac:spMkLst>
            <pc:docMk/>
            <pc:sldMk cId="979451338" sldId="2582"/>
            <ac:spMk id="2" creationId="{180C6E20-F103-DC5F-A442-C0E5A7EFE818}"/>
          </ac:spMkLst>
        </pc:spChg>
        <pc:spChg chg="add mod">
          <ac:chgData name="Loraine Godard" userId="a4fd330d-7eb1-45cf-96ae-2e2653641c73" providerId="ADAL" clId="{3D3675A1-BDB8-45D2-86C4-F0B5D3D97550}" dt="2025-10-06T07:57:52.031" v="929" actId="1076"/>
          <ac:spMkLst>
            <pc:docMk/>
            <pc:sldMk cId="979451338" sldId="2582"/>
            <ac:spMk id="3" creationId="{36C149DE-4422-D50F-5B9E-2C41B839A681}"/>
          </ac:spMkLst>
        </pc:spChg>
        <pc:spChg chg="add mod">
          <ac:chgData name="Loraine Godard" userId="a4fd330d-7eb1-45cf-96ae-2e2653641c73" providerId="ADAL" clId="{3D3675A1-BDB8-45D2-86C4-F0B5D3D97550}" dt="2025-10-06T07:57:55.111" v="930" actId="1076"/>
          <ac:spMkLst>
            <pc:docMk/>
            <pc:sldMk cId="979451338" sldId="2582"/>
            <ac:spMk id="5" creationId="{1C12650B-1647-A773-E490-138262876814}"/>
          </ac:spMkLst>
        </pc:spChg>
        <pc:spChg chg="mod">
          <ac:chgData name="Loraine Godard" userId="a4fd330d-7eb1-45cf-96ae-2e2653641c73" providerId="ADAL" clId="{3D3675A1-BDB8-45D2-86C4-F0B5D3D97550}" dt="2025-10-06T07:57:48.021" v="928" actId="1076"/>
          <ac:spMkLst>
            <pc:docMk/>
            <pc:sldMk cId="979451338" sldId="2582"/>
            <ac:spMk id="9" creationId="{C044F0F7-48F8-2F4C-A8BA-A42355414974}"/>
          </ac:spMkLst>
        </pc:spChg>
        <pc:picChg chg="mod">
          <ac:chgData name="Loraine Godard" userId="a4fd330d-7eb1-45cf-96ae-2e2653641c73" providerId="ADAL" clId="{3D3675A1-BDB8-45D2-86C4-F0B5D3D97550}" dt="2025-10-03T06:55:16.788" v="409" actId="1076"/>
          <ac:picMkLst>
            <pc:docMk/>
            <pc:sldMk cId="979451338" sldId="2582"/>
            <ac:picMk id="4" creationId="{38225F90-760E-971F-5174-7D6EE43966E8}"/>
          </ac:picMkLst>
        </pc:picChg>
      </pc:sldChg>
      <pc:sldChg chg="addSp modSp mod modClrScheme chgLayout">
        <pc:chgData name="Loraine Godard" userId="a4fd330d-7eb1-45cf-96ae-2e2653641c73" providerId="ADAL" clId="{3D3675A1-BDB8-45D2-86C4-F0B5D3D97550}" dt="2025-10-06T08:00:43.731" v="936" actId="26606"/>
        <pc:sldMkLst>
          <pc:docMk/>
          <pc:sldMk cId="1316718545" sldId="2583"/>
        </pc:sldMkLst>
        <pc:spChg chg="mod">
          <ac:chgData name="Loraine Godard" userId="a4fd330d-7eb1-45cf-96ae-2e2653641c73" providerId="ADAL" clId="{3D3675A1-BDB8-45D2-86C4-F0B5D3D97550}" dt="2025-10-06T08:00:43.731" v="936" actId="26606"/>
          <ac:spMkLst>
            <pc:docMk/>
            <pc:sldMk cId="1316718545" sldId="2583"/>
            <ac:spMk id="8" creationId="{66EDA242-6FB4-2C08-63EA-EB3F1F62A258}"/>
          </ac:spMkLst>
        </pc:spChg>
        <pc:picChg chg="add">
          <ac:chgData name="Loraine Godard" userId="a4fd330d-7eb1-45cf-96ae-2e2653641c73" providerId="ADAL" clId="{3D3675A1-BDB8-45D2-86C4-F0B5D3D97550}" dt="2025-10-06T08:00:43.731" v="936" actId="26606"/>
          <ac:picMkLst>
            <pc:docMk/>
            <pc:sldMk cId="1316718545" sldId="2583"/>
            <ac:picMk id="10" creationId="{C841FBA3-4FE1-9839-6A11-3CB9BCDAAF5E}"/>
          </ac:picMkLst>
        </pc:picChg>
      </pc:sldChg>
      <pc:sldChg chg="addSp modSp mod modClrScheme chgLayout">
        <pc:chgData name="Loraine Godard" userId="a4fd330d-7eb1-45cf-96ae-2e2653641c73" providerId="ADAL" clId="{3D3675A1-BDB8-45D2-86C4-F0B5D3D97550}" dt="2025-10-06T08:01:50.885" v="1023" actId="26606"/>
        <pc:sldMkLst>
          <pc:docMk/>
          <pc:sldMk cId="1674650635" sldId="2584"/>
        </pc:sldMkLst>
        <pc:spChg chg="mod">
          <ac:chgData name="Loraine Godard" userId="a4fd330d-7eb1-45cf-96ae-2e2653641c73" providerId="ADAL" clId="{3D3675A1-BDB8-45D2-86C4-F0B5D3D97550}" dt="2025-10-06T08:01:50.885" v="1023" actId="26606"/>
          <ac:spMkLst>
            <pc:docMk/>
            <pc:sldMk cId="1674650635" sldId="2584"/>
            <ac:spMk id="8" creationId="{3A2289B0-BC1D-6227-FEA2-22B73843F7DC}"/>
          </ac:spMkLst>
        </pc:spChg>
        <pc:picChg chg="add">
          <ac:chgData name="Loraine Godard" userId="a4fd330d-7eb1-45cf-96ae-2e2653641c73" providerId="ADAL" clId="{3D3675A1-BDB8-45D2-86C4-F0B5D3D97550}" dt="2025-10-06T08:01:50.885" v="1023" actId="26606"/>
          <ac:picMkLst>
            <pc:docMk/>
            <pc:sldMk cId="1674650635" sldId="2584"/>
            <ac:picMk id="10" creationId="{0C9124CC-6FC5-C2BD-B75F-80EEEC5FBB57}"/>
          </ac:picMkLst>
        </pc:picChg>
      </pc:sldChg>
      <pc:sldChg chg="del">
        <pc:chgData name="Loraine Godard" userId="a4fd330d-7eb1-45cf-96ae-2e2653641c73" providerId="ADAL" clId="{3D3675A1-BDB8-45D2-86C4-F0B5D3D97550}" dt="2025-10-06T08:06:54.362" v="1124" actId="2696"/>
        <pc:sldMkLst>
          <pc:docMk/>
          <pc:sldMk cId="2645584056" sldId="2585"/>
        </pc:sldMkLst>
      </pc:sldChg>
      <pc:sldChg chg="addSp modSp add mod">
        <pc:chgData name="Loraine Godard" userId="a4fd330d-7eb1-45cf-96ae-2e2653641c73" providerId="ADAL" clId="{3D3675A1-BDB8-45D2-86C4-F0B5D3D97550}" dt="2025-10-07T14:23:31.133" v="1738" actId="14100"/>
        <pc:sldMkLst>
          <pc:docMk/>
          <pc:sldMk cId="2395528690" sldId="2586"/>
        </pc:sldMkLst>
        <pc:spChg chg="add mod">
          <ac:chgData name="Loraine Godard" userId="a4fd330d-7eb1-45cf-96ae-2e2653641c73" providerId="ADAL" clId="{3D3675A1-BDB8-45D2-86C4-F0B5D3D97550}" dt="2025-10-07T14:23:31.133" v="1738" actId="14100"/>
          <ac:spMkLst>
            <pc:docMk/>
            <pc:sldMk cId="2395528690" sldId="2586"/>
            <ac:spMk id="2" creationId="{5753F154-F94B-AD4D-938A-44500E46FC64}"/>
          </ac:spMkLst>
        </pc:spChg>
        <pc:spChg chg="mod">
          <ac:chgData name="Loraine Godard" userId="a4fd330d-7eb1-45cf-96ae-2e2653641c73" providerId="ADAL" clId="{3D3675A1-BDB8-45D2-86C4-F0B5D3D97550}" dt="2025-10-02T14:02:03.395" v="8" actId="20577"/>
          <ac:spMkLst>
            <pc:docMk/>
            <pc:sldMk cId="2395528690" sldId="2586"/>
            <ac:spMk id="3" creationId="{D7EE131A-0D65-C8F8-BF95-935BB27B0187}"/>
          </ac:spMkLst>
        </pc:spChg>
        <pc:spChg chg="add mod">
          <ac:chgData name="Loraine Godard" userId="a4fd330d-7eb1-45cf-96ae-2e2653641c73" providerId="ADAL" clId="{3D3675A1-BDB8-45D2-86C4-F0B5D3D97550}" dt="2025-10-02T14:03:32.921" v="26" actId="207"/>
          <ac:spMkLst>
            <pc:docMk/>
            <pc:sldMk cId="2395528690" sldId="2586"/>
            <ac:spMk id="5" creationId="{21887AD1-C7B1-ECC2-D86F-A2969BD2FC10}"/>
          </ac:spMkLst>
        </pc:spChg>
      </pc:sldChg>
      <pc:sldChg chg="add">
        <pc:chgData name="Loraine Godard" userId="a4fd330d-7eb1-45cf-96ae-2e2653641c73" providerId="ADAL" clId="{3D3675A1-BDB8-45D2-86C4-F0B5D3D97550}" dt="2025-10-02T13:59:03.948" v="1"/>
        <pc:sldMkLst>
          <pc:docMk/>
          <pc:sldMk cId="1621881591" sldId="2587"/>
        </pc:sldMkLst>
      </pc:sldChg>
      <pc:sldChg chg="add del">
        <pc:chgData name="Loraine Godard" userId="a4fd330d-7eb1-45cf-96ae-2e2653641c73" providerId="ADAL" clId="{3D3675A1-BDB8-45D2-86C4-F0B5D3D97550}" dt="2025-10-02T14:59:34.633" v="298" actId="2696"/>
        <pc:sldMkLst>
          <pc:docMk/>
          <pc:sldMk cId="235759180" sldId="2588"/>
        </pc:sldMkLst>
      </pc:sldChg>
      <pc:sldChg chg="addSp delSp modSp add del mod delAnim modAnim">
        <pc:chgData name="Loraine Godard" userId="a4fd330d-7eb1-45cf-96ae-2e2653641c73" providerId="ADAL" clId="{3D3675A1-BDB8-45D2-86C4-F0B5D3D97550}" dt="2025-10-06T07:24:07.386" v="574" actId="47"/>
        <pc:sldMkLst>
          <pc:docMk/>
          <pc:sldMk cId="1894226170" sldId="2588"/>
        </pc:sldMkLst>
      </pc:sldChg>
      <pc:sldChg chg="add del">
        <pc:chgData name="Loraine Godard" userId="a4fd330d-7eb1-45cf-96ae-2e2653641c73" providerId="ADAL" clId="{3D3675A1-BDB8-45D2-86C4-F0B5D3D97550}" dt="2025-10-06T07:39:25.596" v="740" actId="2696"/>
        <pc:sldMkLst>
          <pc:docMk/>
          <pc:sldMk cId="127596400" sldId="2589"/>
        </pc:sldMkLst>
      </pc:sldChg>
      <pc:sldChg chg="addSp delSp modSp new mod modClrScheme chgLayout">
        <pc:chgData name="Loraine Godard" userId="a4fd330d-7eb1-45cf-96ae-2e2653641c73" providerId="ADAL" clId="{3D3675A1-BDB8-45D2-86C4-F0B5D3D97550}" dt="2025-10-06T07:33:10.058" v="733" actId="20577"/>
        <pc:sldMkLst>
          <pc:docMk/>
          <pc:sldMk cId="2357025616" sldId="2590"/>
        </pc:sldMkLst>
        <pc:spChg chg="mod">
          <ac:chgData name="Loraine Godard" userId="a4fd330d-7eb1-45cf-96ae-2e2653641c73" providerId="ADAL" clId="{3D3675A1-BDB8-45D2-86C4-F0B5D3D97550}" dt="2025-10-06T07:28:32.713" v="649" actId="26606"/>
          <ac:spMkLst>
            <pc:docMk/>
            <pc:sldMk cId="2357025616" sldId="2590"/>
            <ac:spMk id="2" creationId="{5A849F48-5CD1-FF6E-DC14-4467B09B4FFB}"/>
          </ac:spMkLst>
        </pc:spChg>
        <pc:spChg chg="mod">
          <ac:chgData name="Loraine Godard" userId="a4fd330d-7eb1-45cf-96ae-2e2653641c73" providerId="ADAL" clId="{3D3675A1-BDB8-45D2-86C4-F0B5D3D97550}" dt="2025-10-06T07:30:12.214" v="659" actId="113"/>
          <ac:spMkLst>
            <pc:docMk/>
            <pc:sldMk cId="2357025616" sldId="2590"/>
            <ac:spMk id="3" creationId="{DB532700-10D4-5586-B1E2-67CA7D8A952D}"/>
          </ac:spMkLst>
        </pc:spChg>
        <pc:spChg chg="add mod">
          <ac:chgData name="Loraine Godard" userId="a4fd330d-7eb1-45cf-96ae-2e2653641c73" providerId="ADAL" clId="{3D3675A1-BDB8-45D2-86C4-F0B5D3D97550}" dt="2025-10-06T07:32:23.348" v="724" actId="207"/>
          <ac:spMkLst>
            <pc:docMk/>
            <pc:sldMk cId="2357025616" sldId="2590"/>
            <ac:spMk id="6" creationId="{621079E2-B027-EF28-1892-3866A5B99B47}"/>
          </ac:spMkLst>
        </pc:spChg>
        <pc:spChg chg="add mod">
          <ac:chgData name="Loraine Godard" userId="a4fd330d-7eb1-45cf-96ae-2e2653641c73" providerId="ADAL" clId="{3D3675A1-BDB8-45D2-86C4-F0B5D3D97550}" dt="2025-10-06T07:33:10.058" v="733" actId="20577"/>
          <ac:spMkLst>
            <pc:docMk/>
            <pc:sldMk cId="2357025616" sldId="2590"/>
            <ac:spMk id="7" creationId="{6D100223-3D57-9827-B1FE-E1340E1D392C}"/>
          </ac:spMkLst>
        </pc:spChg>
      </pc:sldChg>
      <pc:sldChg chg="addSp delSp modSp new del mod addAnim delAnim modAnim">
        <pc:chgData name="Loraine Godard" userId="a4fd330d-7eb1-45cf-96ae-2e2653641c73" providerId="ADAL" clId="{3D3675A1-BDB8-45D2-86C4-F0B5D3D97550}" dt="2025-10-06T07:24:56.848" v="582" actId="2696"/>
        <pc:sldMkLst>
          <pc:docMk/>
          <pc:sldMk cId="3764594623" sldId="2590"/>
        </pc:sldMkLst>
      </pc:sldChg>
      <pc:sldChg chg="modSp new mod">
        <pc:chgData name="Loraine Godard" userId="a4fd330d-7eb1-45cf-96ae-2e2653641c73" providerId="ADAL" clId="{3D3675A1-BDB8-45D2-86C4-F0B5D3D97550}" dt="2025-10-06T08:01:38.732" v="1022" actId="1076"/>
        <pc:sldMkLst>
          <pc:docMk/>
          <pc:sldMk cId="3974480598" sldId="2591"/>
        </pc:sldMkLst>
        <pc:spChg chg="mod">
          <ac:chgData name="Loraine Godard" userId="a4fd330d-7eb1-45cf-96ae-2e2653641c73" providerId="ADAL" clId="{3D3675A1-BDB8-45D2-86C4-F0B5D3D97550}" dt="2025-10-06T08:01:06.791" v="943" actId="20577"/>
          <ac:spMkLst>
            <pc:docMk/>
            <pc:sldMk cId="3974480598" sldId="2591"/>
            <ac:spMk id="2" creationId="{E2FAEE4E-0370-14D0-A10D-190258074CF9}"/>
          </ac:spMkLst>
        </pc:spChg>
        <pc:spChg chg="mod">
          <ac:chgData name="Loraine Godard" userId="a4fd330d-7eb1-45cf-96ae-2e2653641c73" providerId="ADAL" clId="{3D3675A1-BDB8-45D2-86C4-F0B5D3D97550}" dt="2025-10-06T08:01:38.732" v="1022" actId="1076"/>
          <ac:spMkLst>
            <pc:docMk/>
            <pc:sldMk cId="3974480598" sldId="2591"/>
            <ac:spMk id="3" creationId="{144A395C-187B-0E61-9DC5-59E737DA8FB3}"/>
          </ac:spMkLst>
        </pc:spChg>
      </pc:sldChg>
      <pc:sldChg chg="addSp modSp new mod">
        <pc:chgData name="Loraine Godard" userId="a4fd330d-7eb1-45cf-96ae-2e2653641c73" providerId="ADAL" clId="{3D3675A1-BDB8-45D2-86C4-F0B5D3D97550}" dt="2025-10-23T09:47:56.179" v="2038" actId="1076"/>
        <pc:sldMkLst>
          <pc:docMk/>
          <pc:sldMk cId="1630145826" sldId="2592"/>
        </pc:sldMkLst>
        <pc:spChg chg="mod">
          <ac:chgData name="Loraine Godard" userId="a4fd330d-7eb1-45cf-96ae-2e2653641c73" providerId="ADAL" clId="{3D3675A1-BDB8-45D2-86C4-F0B5D3D97550}" dt="2025-10-06T08:02:09.031" v="1030" actId="20577"/>
          <ac:spMkLst>
            <pc:docMk/>
            <pc:sldMk cId="1630145826" sldId="2592"/>
            <ac:spMk id="2" creationId="{7A23EEE7-8357-230B-2E82-BE6444F60F6E}"/>
          </ac:spMkLst>
        </pc:spChg>
        <pc:spChg chg="mod">
          <ac:chgData name="Loraine Godard" userId="a4fd330d-7eb1-45cf-96ae-2e2653641c73" providerId="ADAL" clId="{3D3675A1-BDB8-45D2-86C4-F0B5D3D97550}" dt="2025-10-23T09:47:51.586" v="2037" actId="20577"/>
          <ac:spMkLst>
            <pc:docMk/>
            <pc:sldMk cId="1630145826" sldId="2592"/>
            <ac:spMk id="3" creationId="{287AAA8A-98FB-A31A-52F1-5DA4F2E33BE3}"/>
          </ac:spMkLst>
        </pc:spChg>
        <pc:picChg chg="add mod">
          <ac:chgData name="Loraine Godard" userId="a4fd330d-7eb1-45cf-96ae-2e2653641c73" providerId="ADAL" clId="{3D3675A1-BDB8-45D2-86C4-F0B5D3D97550}" dt="2025-10-23T09:47:56.179" v="2038" actId="1076"/>
          <ac:picMkLst>
            <pc:docMk/>
            <pc:sldMk cId="1630145826" sldId="2592"/>
            <ac:picMk id="4" creationId="{254F680B-0054-9B66-D941-74753CD686CF}"/>
          </ac:picMkLst>
        </pc:picChg>
      </pc:sldChg>
      <pc:sldChg chg="addSp delSp modSp add mod ord">
        <pc:chgData name="Loraine Godard" userId="a4fd330d-7eb1-45cf-96ae-2e2653641c73" providerId="ADAL" clId="{3D3675A1-BDB8-45D2-86C4-F0B5D3D97550}" dt="2025-10-23T09:48:25.024" v="2039" actId="13926"/>
        <pc:sldMkLst>
          <pc:docMk/>
          <pc:sldMk cId="2822867581" sldId="2593"/>
        </pc:sldMkLst>
        <pc:spChg chg="add mod">
          <ac:chgData name="Loraine Godard" userId="a4fd330d-7eb1-45cf-96ae-2e2653641c73" providerId="ADAL" clId="{3D3675A1-BDB8-45D2-86C4-F0B5D3D97550}" dt="2025-10-06T08:05:55.974" v="1113" actId="962"/>
          <ac:spMkLst>
            <pc:docMk/>
            <pc:sldMk cId="2822867581" sldId="2593"/>
            <ac:spMk id="4" creationId="{019295CB-1DB7-9630-729D-164E2BE56AFD}"/>
          </ac:spMkLst>
        </pc:spChg>
        <pc:spChg chg="mod">
          <ac:chgData name="Loraine Godard" userId="a4fd330d-7eb1-45cf-96ae-2e2653641c73" providerId="ADAL" clId="{3D3675A1-BDB8-45D2-86C4-F0B5D3D97550}" dt="2025-10-23T09:48:25.024" v="2039" actId="13926"/>
          <ac:spMkLst>
            <pc:docMk/>
            <pc:sldMk cId="2822867581" sldId="2593"/>
            <ac:spMk id="8" creationId="{EA367AEB-EE24-63A8-7435-09D98E66F5C9}"/>
          </ac:spMkLst>
        </pc:spChg>
        <pc:picChg chg="add mod">
          <ac:chgData name="Loraine Godard" userId="a4fd330d-7eb1-45cf-96ae-2e2653641c73" providerId="ADAL" clId="{3D3675A1-BDB8-45D2-86C4-F0B5D3D97550}" dt="2025-10-06T08:06:30.284" v="1120" actId="14100"/>
          <ac:picMkLst>
            <pc:docMk/>
            <pc:sldMk cId="2822867581" sldId="2593"/>
            <ac:picMk id="3" creationId="{A416053C-5DB0-4B07-624E-42B07164FB6C}"/>
          </ac:picMkLst>
        </pc:picChg>
      </pc:sldChg>
      <pc:sldChg chg="modSp add mod ord">
        <pc:chgData name="Loraine Godard" userId="a4fd330d-7eb1-45cf-96ae-2e2653641c73" providerId="ADAL" clId="{3D3675A1-BDB8-45D2-86C4-F0B5D3D97550}" dt="2025-10-06T08:08:07.196" v="1193" actId="20577"/>
        <pc:sldMkLst>
          <pc:docMk/>
          <pc:sldMk cId="3778915491" sldId="2594"/>
        </pc:sldMkLst>
        <pc:spChg chg="mod">
          <ac:chgData name="Loraine Godard" userId="a4fd330d-7eb1-45cf-96ae-2e2653641c73" providerId="ADAL" clId="{3D3675A1-BDB8-45D2-86C4-F0B5D3D97550}" dt="2025-10-06T08:07:20.216" v="1129" actId="20577"/>
          <ac:spMkLst>
            <pc:docMk/>
            <pc:sldMk cId="3778915491" sldId="2594"/>
            <ac:spMk id="2" creationId="{29AF2E69-A523-A88C-A23C-8F03C6CCB8E7}"/>
          </ac:spMkLst>
        </pc:spChg>
        <pc:spChg chg="mod">
          <ac:chgData name="Loraine Godard" userId="a4fd330d-7eb1-45cf-96ae-2e2653641c73" providerId="ADAL" clId="{3D3675A1-BDB8-45D2-86C4-F0B5D3D97550}" dt="2025-10-06T08:08:07.196" v="1193" actId="20577"/>
          <ac:spMkLst>
            <pc:docMk/>
            <pc:sldMk cId="3778915491" sldId="2594"/>
            <ac:spMk id="3" creationId="{734C59F7-9B48-FB6F-D1AA-38C456533476}"/>
          </ac:spMkLst>
        </pc:spChg>
      </pc:sldChg>
      <pc:sldChg chg="addSp delSp modSp add mod">
        <pc:chgData name="Loraine Godard" userId="a4fd330d-7eb1-45cf-96ae-2e2653641c73" providerId="ADAL" clId="{3D3675A1-BDB8-45D2-86C4-F0B5D3D97550}" dt="2025-10-23T09:48:33.835" v="2040" actId="13926"/>
        <pc:sldMkLst>
          <pc:docMk/>
          <pc:sldMk cId="3273254195" sldId="2595"/>
        </pc:sldMkLst>
        <pc:spChg chg="mod">
          <ac:chgData name="Loraine Godard" userId="a4fd330d-7eb1-45cf-96ae-2e2653641c73" providerId="ADAL" clId="{3D3675A1-BDB8-45D2-86C4-F0B5D3D97550}" dt="2025-10-23T09:48:33.835" v="2040" actId="13926"/>
          <ac:spMkLst>
            <pc:docMk/>
            <pc:sldMk cId="3273254195" sldId="2595"/>
            <ac:spMk id="8" creationId="{4B251FE9-1377-9AAA-0577-C2AB048ABA2D}"/>
          </ac:spMkLst>
        </pc:spChg>
        <pc:picChg chg="add mod">
          <ac:chgData name="Loraine Godard" userId="a4fd330d-7eb1-45cf-96ae-2e2653641c73" providerId="ADAL" clId="{3D3675A1-BDB8-45D2-86C4-F0B5D3D97550}" dt="2025-10-06T08:10:17.426" v="1245" actId="26606"/>
          <ac:picMkLst>
            <pc:docMk/>
            <pc:sldMk cId="3273254195" sldId="2595"/>
            <ac:picMk id="5" creationId="{00DE6DF4-D4D4-1E90-7996-B5FE51C70312}"/>
          </ac:picMkLst>
        </pc:picChg>
      </pc:sldChg>
      <pc:sldChg chg="modSp add mod replId">
        <pc:chgData name="Loraine Godard" userId="a4fd330d-7eb1-45cf-96ae-2e2653641c73" providerId="ADAL" clId="{3D3675A1-BDB8-45D2-86C4-F0B5D3D97550}" dt="2025-10-06T08:11:20.415" v="1345" actId="20577"/>
        <pc:sldMkLst>
          <pc:docMk/>
          <pc:sldMk cId="1996900828" sldId="2596"/>
        </pc:sldMkLst>
        <pc:spChg chg="mod">
          <ac:chgData name="Loraine Godard" userId="a4fd330d-7eb1-45cf-96ae-2e2653641c73" providerId="ADAL" clId="{3D3675A1-BDB8-45D2-86C4-F0B5D3D97550}" dt="2025-10-06T08:11:20.415" v="1345" actId="20577"/>
          <ac:spMkLst>
            <pc:docMk/>
            <pc:sldMk cId="1996900828" sldId="2596"/>
            <ac:spMk id="3" creationId="{264977E6-8B3E-DC9C-598A-76D6D6F228A9}"/>
          </ac:spMkLst>
        </pc:spChg>
      </pc:sldChg>
      <pc:sldChg chg="addSp delSp modSp add mod">
        <pc:chgData name="Loraine Godard" userId="a4fd330d-7eb1-45cf-96ae-2e2653641c73" providerId="ADAL" clId="{3D3675A1-BDB8-45D2-86C4-F0B5D3D97550}" dt="2025-10-06T08:23:47.591" v="1653" actId="26606"/>
        <pc:sldMkLst>
          <pc:docMk/>
          <pc:sldMk cId="2335112640" sldId="2597"/>
        </pc:sldMkLst>
        <pc:spChg chg="add mod">
          <ac:chgData name="Loraine Godard" userId="a4fd330d-7eb1-45cf-96ae-2e2653641c73" providerId="ADAL" clId="{3D3675A1-BDB8-45D2-86C4-F0B5D3D97550}" dt="2025-10-06T08:23:47.591" v="1653" actId="26606"/>
          <ac:spMkLst>
            <pc:docMk/>
            <pc:sldMk cId="2335112640" sldId="2597"/>
            <ac:spMk id="4" creationId="{B58D0AD0-34AF-5C7B-C641-082ED221CC90}"/>
          </ac:spMkLst>
        </pc:spChg>
        <pc:spChg chg="mod">
          <ac:chgData name="Loraine Godard" userId="a4fd330d-7eb1-45cf-96ae-2e2653641c73" providerId="ADAL" clId="{3D3675A1-BDB8-45D2-86C4-F0B5D3D97550}" dt="2025-10-06T08:22:42.566" v="1646" actId="20577"/>
          <ac:spMkLst>
            <pc:docMk/>
            <pc:sldMk cId="2335112640" sldId="2597"/>
            <ac:spMk id="8" creationId="{C8A3ED2E-88BE-3582-8CD9-8030B95A64C0}"/>
          </ac:spMkLst>
        </pc:spChg>
        <pc:picChg chg="add mod">
          <ac:chgData name="Loraine Godard" userId="a4fd330d-7eb1-45cf-96ae-2e2653641c73" providerId="ADAL" clId="{3D3675A1-BDB8-45D2-86C4-F0B5D3D97550}" dt="2025-10-06T08:23:47.591" v="1653" actId="26606"/>
          <ac:picMkLst>
            <pc:docMk/>
            <pc:sldMk cId="2335112640" sldId="2597"/>
            <ac:picMk id="3" creationId="{8CDFD43B-435C-D002-E6D2-5DB0B10E7F24}"/>
          </ac:picMkLst>
        </pc:picChg>
      </pc:sldChg>
      <pc:sldChg chg="modSp add mod replId">
        <pc:chgData name="Loraine Godard" userId="a4fd330d-7eb1-45cf-96ae-2e2653641c73" providerId="ADAL" clId="{3D3675A1-BDB8-45D2-86C4-F0B5D3D97550}" dt="2025-10-06T08:24:56.616" v="1695" actId="20577"/>
        <pc:sldMkLst>
          <pc:docMk/>
          <pc:sldMk cId="3783142965" sldId="2598"/>
        </pc:sldMkLst>
        <pc:spChg chg="mod">
          <ac:chgData name="Loraine Godard" userId="a4fd330d-7eb1-45cf-96ae-2e2653641c73" providerId="ADAL" clId="{3D3675A1-BDB8-45D2-86C4-F0B5D3D97550}" dt="2025-10-06T08:24:56.616" v="1695" actId="20577"/>
          <ac:spMkLst>
            <pc:docMk/>
            <pc:sldMk cId="3783142965" sldId="2598"/>
            <ac:spMk id="3" creationId="{6334AFED-0F5A-8AEC-14E1-CB406B554B7E}"/>
          </ac:spMkLst>
        </pc:spChg>
      </pc:sldChg>
      <pc:sldChg chg="add del">
        <pc:chgData name="Loraine Godard" userId="a4fd330d-7eb1-45cf-96ae-2e2653641c73" providerId="ADAL" clId="{3D3675A1-BDB8-45D2-86C4-F0B5D3D97550}" dt="2025-10-24T12:18:11.883" v="2089" actId="2696"/>
        <pc:sldMkLst>
          <pc:docMk/>
          <pc:sldMk cId="591648017" sldId="2599"/>
        </pc:sldMkLst>
      </pc:sldChg>
      <pc:sldChg chg="modSp add del mod">
        <pc:chgData name="Loraine Godard" userId="a4fd330d-7eb1-45cf-96ae-2e2653641c73" providerId="ADAL" clId="{3D3675A1-BDB8-45D2-86C4-F0B5D3D97550}" dt="2025-10-24T12:12:35.181" v="2064" actId="2696"/>
        <pc:sldMkLst>
          <pc:docMk/>
          <pc:sldMk cId="2529011992" sldId="2600"/>
        </pc:sldMkLst>
        <pc:picChg chg="mod">
          <ac:chgData name="Loraine Godard" userId="a4fd330d-7eb1-45cf-96ae-2e2653641c73" providerId="ADAL" clId="{3D3675A1-BDB8-45D2-86C4-F0B5D3D97550}" dt="2025-10-24T12:10:34.513" v="2049" actId="14100"/>
          <ac:picMkLst>
            <pc:docMk/>
            <pc:sldMk cId="2529011992" sldId="2600"/>
            <ac:picMk id="14" creationId="{6336A83F-B98A-4447-9288-AC546B96E91D}"/>
          </ac:picMkLst>
        </pc:picChg>
      </pc:sldChg>
      <pc:sldChg chg="del">
        <pc:chgData name="Loraine Godard" userId="a4fd330d-7eb1-45cf-96ae-2e2653641c73" providerId="ADAL" clId="{3D3675A1-BDB8-45D2-86C4-F0B5D3D97550}" dt="2025-10-23T09:27:32.697" v="1808" actId="2696"/>
        <pc:sldMkLst>
          <pc:docMk/>
          <pc:sldMk cId="3132288819" sldId="2601"/>
        </pc:sldMkLst>
      </pc:sldChg>
      <pc:sldChg chg="modSp mod ord">
        <pc:chgData name="Loraine Godard" userId="a4fd330d-7eb1-45cf-96ae-2e2653641c73" providerId="ADAL" clId="{3D3675A1-BDB8-45D2-86C4-F0B5D3D97550}" dt="2025-10-24T12:17:11.857" v="2088" actId="1076"/>
        <pc:sldMkLst>
          <pc:docMk/>
          <pc:sldMk cId="3902212155" sldId="2602"/>
        </pc:sldMkLst>
        <pc:spChg chg="mod">
          <ac:chgData name="Loraine Godard" userId="a4fd330d-7eb1-45cf-96ae-2e2653641c73" providerId="ADAL" clId="{3D3675A1-BDB8-45D2-86C4-F0B5D3D97550}" dt="2025-10-24T12:17:11.857" v="2088" actId="1076"/>
          <ac:spMkLst>
            <pc:docMk/>
            <pc:sldMk cId="3902212155" sldId="2602"/>
            <ac:spMk id="9" creationId="{629AF804-5BD6-A491-514C-47A9B9884647}"/>
          </ac:spMkLst>
        </pc:spChg>
        <pc:picChg chg="mod">
          <ac:chgData name="Loraine Godard" userId="a4fd330d-7eb1-45cf-96ae-2e2653641c73" providerId="ADAL" clId="{3D3675A1-BDB8-45D2-86C4-F0B5D3D97550}" dt="2025-10-23T09:29:29.629" v="1809" actId="1076"/>
          <ac:picMkLst>
            <pc:docMk/>
            <pc:sldMk cId="3902212155" sldId="2602"/>
            <ac:picMk id="11" creationId="{E84AC5AE-0341-8616-B184-D55EB97ED7E0}"/>
          </ac:picMkLst>
        </pc:picChg>
      </pc:sldChg>
      <pc:sldChg chg="addSp delSp modSp new mod modClrScheme chgLayout">
        <pc:chgData name="Loraine Godard" userId="a4fd330d-7eb1-45cf-96ae-2e2653641c73" providerId="ADAL" clId="{3D3675A1-BDB8-45D2-86C4-F0B5D3D97550}" dt="2025-10-23T09:39:16.471" v="1987" actId="20577"/>
        <pc:sldMkLst>
          <pc:docMk/>
          <pc:sldMk cId="857562068" sldId="2603"/>
        </pc:sldMkLst>
        <pc:spChg chg="del">
          <ac:chgData name="Loraine Godard" userId="a4fd330d-7eb1-45cf-96ae-2e2653641c73" providerId="ADAL" clId="{3D3675A1-BDB8-45D2-86C4-F0B5D3D97550}" dt="2025-10-23T09:37:43.635" v="1811" actId="26606"/>
          <ac:spMkLst>
            <pc:docMk/>
            <pc:sldMk cId="857562068" sldId="2603"/>
            <ac:spMk id="2" creationId="{F7F67F47-7E35-CF97-3168-774EC05A4C82}"/>
          </ac:spMkLst>
        </pc:spChg>
        <pc:spChg chg="del">
          <ac:chgData name="Loraine Godard" userId="a4fd330d-7eb1-45cf-96ae-2e2653641c73" providerId="ADAL" clId="{3D3675A1-BDB8-45D2-86C4-F0B5D3D97550}" dt="2025-10-23T09:37:43.635" v="1811" actId="26606"/>
          <ac:spMkLst>
            <pc:docMk/>
            <pc:sldMk cId="857562068" sldId="2603"/>
            <ac:spMk id="3" creationId="{B9989709-0D4F-AF1F-A0E6-365B24209AD5}"/>
          </ac:spMkLst>
        </pc:spChg>
        <pc:spChg chg="add mod">
          <ac:chgData name="Loraine Godard" userId="a4fd330d-7eb1-45cf-96ae-2e2653641c73" providerId="ADAL" clId="{3D3675A1-BDB8-45D2-86C4-F0B5D3D97550}" dt="2025-10-23T09:38:41.646" v="1897" actId="313"/>
          <ac:spMkLst>
            <pc:docMk/>
            <pc:sldMk cId="857562068" sldId="2603"/>
            <ac:spMk id="8" creationId="{1F58A89F-C397-BC5E-979E-6229B6CC177A}"/>
          </ac:spMkLst>
        </pc:spChg>
        <pc:spChg chg="add del mod">
          <ac:chgData name="Loraine Godard" userId="a4fd330d-7eb1-45cf-96ae-2e2653641c73" providerId="ADAL" clId="{3D3675A1-BDB8-45D2-86C4-F0B5D3D97550}" dt="2025-10-23T09:38:31.788" v="1893" actId="26606"/>
          <ac:spMkLst>
            <pc:docMk/>
            <pc:sldMk cId="857562068" sldId="2603"/>
            <ac:spMk id="10" creationId="{687C212A-C91A-DC86-78B9-374813C98F51}"/>
          </ac:spMkLst>
        </pc:spChg>
        <pc:spChg chg="add mod">
          <ac:chgData name="Loraine Godard" userId="a4fd330d-7eb1-45cf-96ae-2e2653641c73" providerId="ADAL" clId="{3D3675A1-BDB8-45D2-86C4-F0B5D3D97550}" dt="2025-10-23T09:38:31.788" v="1893" actId="26606"/>
          <ac:spMkLst>
            <pc:docMk/>
            <pc:sldMk cId="857562068" sldId="2603"/>
            <ac:spMk id="12" creationId="{0A24C8C8-49F6-6BDA-76C8-34C5F2AE5A7A}"/>
          </ac:spMkLst>
        </pc:spChg>
        <pc:spChg chg="add mod">
          <ac:chgData name="Loraine Godard" userId="a4fd330d-7eb1-45cf-96ae-2e2653641c73" providerId="ADAL" clId="{3D3675A1-BDB8-45D2-86C4-F0B5D3D97550}" dt="2025-10-23T09:39:16.471" v="1987" actId="20577"/>
          <ac:spMkLst>
            <pc:docMk/>
            <pc:sldMk cId="857562068" sldId="2603"/>
            <ac:spMk id="17" creationId="{64652E7B-1D6B-6DB3-09AF-6F5EDF4C41D1}"/>
          </ac:spMkLst>
        </pc:spChg>
      </pc:sldChg>
    </pc:docChg>
  </pc:docChgLst>
  <pc:docChgLst>
    <pc:chgData name="Romain Joubert" userId="6d86d6ae-6f5b-437c-9076-0682941ba82f" providerId="ADAL" clId="{DB5B40F9-0671-4E57-B225-B580E8F465F1}"/>
    <pc:docChg chg="undo custSel addSld delSld modSld sldOrd modSection">
      <pc:chgData name="Romain Joubert" userId="6d86d6ae-6f5b-437c-9076-0682941ba82f" providerId="ADAL" clId="{DB5B40F9-0671-4E57-B225-B580E8F465F1}" dt="2025-10-23T09:31:09.453" v="32" actId="20577"/>
      <pc:docMkLst>
        <pc:docMk/>
      </pc:docMkLst>
      <pc:sldChg chg="addSp modSp modAnim">
        <pc:chgData name="Romain Joubert" userId="6d86d6ae-6f5b-437c-9076-0682941ba82f" providerId="ADAL" clId="{DB5B40F9-0671-4E57-B225-B580E8F465F1}" dt="2025-10-23T09:26:44.850" v="8"/>
        <pc:sldMkLst>
          <pc:docMk/>
          <pc:sldMk cId="1202781140" sldId="258"/>
        </pc:sldMkLst>
        <pc:spChg chg="add mod">
          <ac:chgData name="Romain Joubert" userId="6d86d6ae-6f5b-437c-9076-0682941ba82f" providerId="ADAL" clId="{DB5B40F9-0671-4E57-B225-B580E8F465F1}" dt="2025-10-23T09:26:41.978" v="7"/>
          <ac:spMkLst>
            <pc:docMk/>
            <pc:sldMk cId="1202781140" sldId="258"/>
            <ac:spMk id="8" creationId="{C2952924-B803-678C-6C1A-8AB4F1FC2F50}"/>
          </ac:spMkLst>
        </pc:spChg>
      </pc:sldChg>
      <pc:sldChg chg="new ord">
        <pc:chgData name="Romain Joubert" userId="6d86d6ae-6f5b-437c-9076-0682941ba82f" providerId="ADAL" clId="{DB5B40F9-0671-4E57-B225-B580E8F465F1}" dt="2025-10-23T09:25:05.384" v="4"/>
        <pc:sldMkLst>
          <pc:docMk/>
          <pc:sldMk cId="3132288819" sldId="2601"/>
        </pc:sldMkLst>
      </pc:sldChg>
      <pc:sldChg chg="addSp modSp add del mod setBg">
        <pc:chgData name="Romain Joubert" userId="6d86d6ae-6f5b-437c-9076-0682941ba82f" providerId="ADAL" clId="{DB5B40F9-0671-4E57-B225-B580E8F465F1}" dt="2025-10-23T09:31:09.453" v="32" actId="20577"/>
        <pc:sldMkLst>
          <pc:docMk/>
          <pc:sldMk cId="3902212155" sldId="2602"/>
        </pc:sldMkLst>
        <pc:spChg chg="mod">
          <ac:chgData name="Romain Joubert" userId="6d86d6ae-6f5b-437c-9076-0682941ba82f" providerId="ADAL" clId="{DB5B40F9-0671-4E57-B225-B580E8F465F1}" dt="2025-10-23T09:31:09.453" v="32" actId="20577"/>
          <ac:spMkLst>
            <pc:docMk/>
            <pc:sldMk cId="3902212155" sldId="2602"/>
            <ac:spMk id="9" creationId="{629AF804-5BD6-A491-514C-47A9B9884647}"/>
          </ac:spMkLst>
        </pc:spChg>
        <pc:picChg chg="add mod ord">
          <ac:chgData name="Romain Joubert" userId="6d86d6ae-6f5b-437c-9076-0682941ba82f" providerId="ADAL" clId="{DB5B40F9-0671-4E57-B225-B580E8F465F1}" dt="2025-10-23T09:30:56.782" v="30" actId="1076"/>
          <ac:picMkLst>
            <pc:docMk/>
            <pc:sldMk cId="3902212155" sldId="2602"/>
            <ac:picMk id="11" creationId="{E84AC5AE-0341-8616-B184-D55EB97ED7E0}"/>
          </ac:picMkLst>
        </pc:picChg>
        <pc:picChg chg="add mod">
          <ac:chgData name="Romain Joubert" userId="6d86d6ae-6f5b-437c-9076-0682941ba82f" providerId="ADAL" clId="{DB5B40F9-0671-4E57-B225-B580E8F465F1}" dt="2025-10-23T09:30:30.232" v="23" actId="14100"/>
          <ac:picMkLst>
            <pc:docMk/>
            <pc:sldMk cId="3902212155" sldId="2602"/>
            <ac:picMk id="14" creationId="{E4279DE9-3B94-44EB-6027-8744E5DB7650}"/>
          </ac:picMkLst>
        </pc:picChg>
        <pc:picChg chg="add mod">
          <ac:chgData name="Romain Joubert" userId="6d86d6ae-6f5b-437c-9076-0682941ba82f" providerId="ADAL" clId="{DB5B40F9-0671-4E57-B225-B580E8F465F1}" dt="2025-10-23T09:30:46.084" v="28" actId="14100"/>
          <ac:picMkLst>
            <pc:docMk/>
            <pc:sldMk cId="3902212155" sldId="2602"/>
            <ac:picMk id="16" creationId="{CA5F2487-D066-E864-CD5F-E7449159D017}"/>
          </ac:picMkLst>
        </pc:picChg>
      </pc:sldChg>
      <pc:sldChg chg="add del">
        <pc:chgData name="Romain Joubert" userId="6d86d6ae-6f5b-437c-9076-0682941ba82f" providerId="ADAL" clId="{DB5B40F9-0671-4E57-B225-B580E8F465F1}" dt="2025-10-23T09:24:59.647" v="2"/>
        <pc:sldMkLst>
          <pc:docMk/>
          <pc:sldMk cId="4239773352" sldId="2602"/>
        </pc:sldMkLst>
      </pc:sldChg>
    </pc:docChg>
  </pc:docChgLst>
</pc:chgInfo>
</file>

<file path=ppt/comments/modernComment_118_EFE0BEC1.xml><?xml version="1.0" encoding="utf-8"?>
<p188:cmLst xmlns:a="http://schemas.openxmlformats.org/drawingml/2006/main" xmlns:r="http://schemas.openxmlformats.org/officeDocument/2006/relationships" xmlns:p188="http://schemas.microsoft.com/office/powerpoint/2018/8/main">
  <p188:cm id="{59288820-73A6-4598-B224-F124FD854427}" authorId="{DAF282A0-8A30-6F6D-51EF-9E0AFC9600EF}" created="2025-09-03T10:17:34.900">
    <pc:sldMkLst xmlns:pc="http://schemas.microsoft.com/office/powerpoint/2013/main/command">
      <pc:docMk/>
      <pc:sldMk cId="3070150743" sldId="262"/>
    </pc:sldMkLst>
    <p188:txBody>
      <a:bodyPr/>
      <a:lstStyle/>
      <a:p>
        <a:r>
          <a:rPr lang="fr-FR"/>
          <a:t>Les flèches de l’infographie ne sont pas bonnes : 
Il faut une à double sens entre le référent IA et le Coach IA et une autre à double sens entre le Référent IA et le DRA</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640FAC-5792-4228-80A6-EED02465492F}" type="doc">
      <dgm:prSet loTypeId="urn:microsoft.com/office/officeart/2018/2/layout/IconLabelDescriptionList" loCatId="icon" qsTypeId="urn:microsoft.com/office/officeart/2005/8/quickstyle/simple1" qsCatId="simple" csTypeId="urn:microsoft.com/office/officeart/2005/8/colors/accent3_2" csCatId="accent3" phldr="1"/>
      <dgm:spPr/>
      <dgm:t>
        <a:bodyPr/>
        <a:lstStyle/>
        <a:p>
          <a:endParaRPr lang="en-US"/>
        </a:p>
      </dgm:t>
    </dgm:pt>
    <dgm:pt modelId="{FAA7B387-63FC-4DB0-9F68-065368E212C8}">
      <dgm:prSet/>
      <dgm:spPr/>
      <dgm:t>
        <a:bodyPr/>
        <a:lstStyle/>
        <a:p>
          <a:pPr>
            <a:defRPr b="1"/>
          </a:pPr>
          <a:r>
            <a:rPr lang="en-US"/>
            <a:t>Stockage des données</a:t>
          </a:r>
        </a:p>
      </dgm:t>
    </dgm:pt>
    <dgm:pt modelId="{DB3B63F2-285C-4159-B1CE-197721944DF9}" type="parTrans" cxnId="{F1237003-56E5-4BDF-9E88-47DE88F827F0}">
      <dgm:prSet/>
      <dgm:spPr/>
      <dgm:t>
        <a:bodyPr/>
        <a:lstStyle/>
        <a:p>
          <a:endParaRPr lang="en-US"/>
        </a:p>
      </dgm:t>
    </dgm:pt>
    <dgm:pt modelId="{AE0929B9-9831-46C5-9D1D-28E6FB585848}" type="sibTrans" cxnId="{F1237003-56E5-4BDF-9E88-47DE88F827F0}">
      <dgm:prSet/>
      <dgm:spPr/>
      <dgm:t>
        <a:bodyPr/>
        <a:lstStyle/>
        <a:p>
          <a:endParaRPr lang="en-US"/>
        </a:p>
      </dgm:t>
    </dgm:pt>
    <dgm:pt modelId="{DADB680A-894B-4D22-8715-DCCD2E618D3D}">
      <dgm:prSet/>
      <dgm:spPr/>
      <dgm:t>
        <a:bodyPr/>
        <a:lstStyle/>
        <a:p>
          <a:r>
            <a:rPr lang="en-US"/>
            <a:t>IA UE vs IA US (Patriot Act)</a:t>
          </a:r>
        </a:p>
      </dgm:t>
    </dgm:pt>
    <dgm:pt modelId="{DC15729B-F3D4-4BA9-8165-0385BC6BF957}" type="parTrans" cxnId="{27B8A7D0-1B54-47B5-B8BD-228CACFC6096}">
      <dgm:prSet/>
      <dgm:spPr/>
      <dgm:t>
        <a:bodyPr/>
        <a:lstStyle/>
        <a:p>
          <a:endParaRPr lang="en-US"/>
        </a:p>
      </dgm:t>
    </dgm:pt>
    <dgm:pt modelId="{CC1EBD4D-229D-4C53-9B26-897B67893146}" type="sibTrans" cxnId="{27B8A7D0-1B54-47B5-B8BD-228CACFC6096}">
      <dgm:prSet/>
      <dgm:spPr/>
      <dgm:t>
        <a:bodyPr/>
        <a:lstStyle/>
        <a:p>
          <a:endParaRPr lang="en-US"/>
        </a:p>
      </dgm:t>
    </dgm:pt>
    <dgm:pt modelId="{F071515E-2AD6-4B6C-9E89-1230028AE207}">
      <dgm:prSet/>
      <dgm:spPr/>
      <dgm:t>
        <a:bodyPr/>
        <a:lstStyle/>
        <a:p>
          <a:pPr>
            <a:defRPr b="1"/>
          </a:pPr>
          <a:r>
            <a:rPr lang="en-US"/>
            <a:t>Entraînement des données</a:t>
          </a:r>
        </a:p>
      </dgm:t>
    </dgm:pt>
    <dgm:pt modelId="{BBF31E3C-01EA-4D1F-B79E-719D87943F96}" type="parTrans" cxnId="{2A3B1611-E60C-46EC-B6A6-881D28809E96}">
      <dgm:prSet/>
      <dgm:spPr/>
      <dgm:t>
        <a:bodyPr/>
        <a:lstStyle/>
        <a:p>
          <a:endParaRPr lang="en-US"/>
        </a:p>
      </dgm:t>
    </dgm:pt>
    <dgm:pt modelId="{2DAD7BD0-9491-44E2-A8F6-5EFD1B6A13E5}" type="sibTrans" cxnId="{2A3B1611-E60C-46EC-B6A6-881D28809E96}">
      <dgm:prSet/>
      <dgm:spPr/>
      <dgm:t>
        <a:bodyPr/>
        <a:lstStyle/>
        <a:p>
          <a:endParaRPr lang="en-US"/>
        </a:p>
      </dgm:t>
    </dgm:pt>
    <dgm:pt modelId="{A53688D6-39F2-459E-A93C-E94D396E30D2}">
      <dgm:prSet/>
      <dgm:spPr/>
      <dgm:t>
        <a:bodyPr/>
        <a:lstStyle/>
        <a:p>
          <a:r>
            <a:rPr lang="en-US"/>
            <a:t>IA </a:t>
          </a:r>
          <a:r>
            <a:rPr lang="en-US" err="1"/>
            <a:t>gratuite</a:t>
          </a:r>
          <a:r>
            <a:rPr lang="en-US"/>
            <a:t> vs IA </a:t>
          </a:r>
          <a:r>
            <a:rPr lang="en-US" err="1"/>
            <a:t>payante</a:t>
          </a:r>
          <a:endParaRPr lang="en-US"/>
        </a:p>
      </dgm:t>
    </dgm:pt>
    <dgm:pt modelId="{BFFBE989-E14D-4B6F-B3C5-8CB55B0B6239}" type="parTrans" cxnId="{737829B0-EE66-4203-8E86-47E2BED7D6C2}">
      <dgm:prSet/>
      <dgm:spPr/>
      <dgm:t>
        <a:bodyPr/>
        <a:lstStyle/>
        <a:p>
          <a:endParaRPr lang="en-US"/>
        </a:p>
      </dgm:t>
    </dgm:pt>
    <dgm:pt modelId="{60CDE00D-BD67-4C6B-B83A-7E186C8EC36A}" type="sibTrans" cxnId="{737829B0-EE66-4203-8E86-47E2BED7D6C2}">
      <dgm:prSet/>
      <dgm:spPr/>
      <dgm:t>
        <a:bodyPr/>
        <a:lstStyle/>
        <a:p>
          <a:endParaRPr lang="en-US"/>
        </a:p>
      </dgm:t>
    </dgm:pt>
    <dgm:pt modelId="{BC3AD443-B786-416A-B291-6AE2519CC49C}" type="pres">
      <dgm:prSet presAssocID="{AC640FAC-5792-4228-80A6-EED02465492F}" presName="root" presStyleCnt="0">
        <dgm:presLayoutVars>
          <dgm:dir/>
          <dgm:resizeHandles val="exact"/>
        </dgm:presLayoutVars>
      </dgm:prSet>
      <dgm:spPr/>
    </dgm:pt>
    <dgm:pt modelId="{E79A852D-ECE1-443B-9B19-4F1BEE7B540B}" type="pres">
      <dgm:prSet presAssocID="{FAA7B387-63FC-4DB0-9F68-065368E212C8}" presName="compNode" presStyleCnt="0"/>
      <dgm:spPr/>
    </dgm:pt>
    <dgm:pt modelId="{4C8FEC54-DDC9-4B8F-B576-1D132A3C31BB}" type="pres">
      <dgm:prSet presAssocID="{FAA7B387-63FC-4DB0-9F68-065368E212C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tilisateur"/>
        </a:ext>
      </dgm:extLst>
    </dgm:pt>
    <dgm:pt modelId="{ED0119D8-55F9-4958-9D92-C60B85E1A5A4}" type="pres">
      <dgm:prSet presAssocID="{FAA7B387-63FC-4DB0-9F68-065368E212C8}" presName="iconSpace" presStyleCnt="0"/>
      <dgm:spPr/>
    </dgm:pt>
    <dgm:pt modelId="{FD17D376-BE47-46FB-A806-2D86A26CA2E8}" type="pres">
      <dgm:prSet presAssocID="{FAA7B387-63FC-4DB0-9F68-065368E212C8}" presName="parTx" presStyleLbl="revTx" presStyleIdx="0" presStyleCnt="4">
        <dgm:presLayoutVars>
          <dgm:chMax val="0"/>
          <dgm:chPref val="0"/>
        </dgm:presLayoutVars>
      </dgm:prSet>
      <dgm:spPr/>
    </dgm:pt>
    <dgm:pt modelId="{E924A66C-8F53-45C8-AD7C-845D40DA30CC}" type="pres">
      <dgm:prSet presAssocID="{FAA7B387-63FC-4DB0-9F68-065368E212C8}" presName="txSpace" presStyleCnt="0"/>
      <dgm:spPr/>
    </dgm:pt>
    <dgm:pt modelId="{86D337F8-66F5-4430-9D83-61E0257C529B}" type="pres">
      <dgm:prSet presAssocID="{FAA7B387-63FC-4DB0-9F68-065368E212C8}" presName="desTx" presStyleLbl="revTx" presStyleIdx="1" presStyleCnt="4">
        <dgm:presLayoutVars/>
      </dgm:prSet>
      <dgm:spPr/>
    </dgm:pt>
    <dgm:pt modelId="{4E1A317B-4A46-47D7-B91D-E3E672EA7D34}" type="pres">
      <dgm:prSet presAssocID="{AE0929B9-9831-46C5-9D1D-28E6FB585848}" presName="sibTrans" presStyleCnt="0"/>
      <dgm:spPr/>
    </dgm:pt>
    <dgm:pt modelId="{FB3DB086-CE39-497B-A1A1-AB38DDF36DEC}" type="pres">
      <dgm:prSet presAssocID="{F071515E-2AD6-4B6C-9E89-1230028AE207}" presName="compNode" presStyleCnt="0"/>
      <dgm:spPr/>
    </dgm:pt>
    <dgm:pt modelId="{A2258C1B-EC29-4D37-BDB0-F842827CD4BF}" type="pres">
      <dgm:prSet presAssocID="{F071515E-2AD6-4B6C-9E89-1230028AE20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altère"/>
        </a:ext>
      </dgm:extLst>
    </dgm:pt>
    <dgm:pt modelId="{F5AC5DF8-518D-49C0-B29E-F4FB04682391}" type="pres">
      <dgm:prSet presAssocID="{F071515E-2AD6-4B6C-9E89-1230028AE207}" presName="iconSpace" presStyleCnt="0"/>
      <dgm:spPr/>
    </dgm:pt>
    <dgm:pt modelId="{E27B6E72-140B-474E-8545-D84DA40810F2}" type="pres">
      <dgm:prSet presAssocID="{F071515E-2AD6-4B6C-9E89-1230028AE207}" presName="parTx" presStyleLbl="revTx" presStyleIdx="2" presStyleCnt="4">
        <dgm:presLayoutVars>
          <dgm:chMax val="0"/>
          <dgm:chPref val="0"/>
        </dgm:presLayoutVars>
      </dgm:prSet>
      <dgm:spPr/>
    </dgm:pt>
    <dgm:pt modelId="{D9C18222-C734-4104-AA53-6A658E9E24C7}" type="pres">
      <dgm:prSet presAssocID="{F071515E-2AD6-4B6C-9E89-1230028AE207}" presName="txSpace" presStyleCnt="0"/>
      <dgm:spPr/>
    </dgm:pt>
    <dgm:pt modelId="{4BCE5EA9-9405-4B6B-AEAC-5AEC1179E214}" type="pres">
      <dgm:prSet presAssocID="{F071515E-2AD6-4B6C-9E89-1230028AE207}" presName="desTx" presStyleLbl="revTx" presStyleIdx="3" presStyleCnt="4">
        <dgm:presLayoutVars/>
      </dgm:prSet>
      <dgm:spPr/>
    </dgm:pt>
  </dgm:ptLst>
  <dgm:cxnLst>
    <dgm:cxn modelId="{F1237003-56E5-4BDF-9E88-47DE88F827F0}" srcId="{AC640FAC-5792-4228-80A6-EED02465492F}" destId="{FAA7B387-63FC-4DB0-9F68-065368E212C8}" srcOrd="0" destOrd="0" parTransId="{DB3B63F2-285C-4159-B1CE-197721944DF9}" sibTransId="{AE0929B9-9831-46C5-9D1D-28E6FB585848}"/>
    <dgm:cxn modelId="{2A3B1611-E60C-46EC-B6A6-881D28809E96}" srcId="{AC640FAC-5792-4228-80A6-EED02465492F}" destId="{F071515E-2AD6-4B6C-9E89-1230028AE207}" srcOrd="1" destOrd="0" parTransId="{BBF31E3C-01EA-4D1F-B79E-719D87943F96}" sibTransId="{2DAD7BD0-9491-44E2-A8F6-5EFD1B6A13E5}"/>
    <dgm:cxn modelId="{E08642A4-5236-4A37-9750-ACDBBC975EED}" type="presOf" srcId="{FAA7B387-63FC-4DB0-9F68-065368E212C8}" destId="{FD17D376-BE47-46FB-A806-2D86A26CA2E8}" srcOrd="0" destOrd="0" presId="urn:microsoft.com/office/officeart/2018/2/layout/IconLabelDescriptionList"/>
    <dgm:cxn modelId="{3A95BEAF-6658-454C-86F7-ED12E9EA42F5}" type="presOf" srcId="{F071515E-2AD6-4B6C-9E89-1230028AE207}" destId="{E27B6E72-140B-474E-8545-D84DA40810F2}" srcOrd="0" destOrd="0" presId="urn:microsoft.com/office/officeart/2018/2/layout/IconLabelDescriptionList"/>
    <dgm:cxn modelId="{737829B0-EE66-4203-8E86-47E2BED7D6C2}" srcId="{F071515E-2AD6-4B6C-9E89-1230028AE207}" destId="{A53688D6-39F2-459E-A93C-E94D396E30D2}" srcOrd="0" destOrd="0" parTransId="{BFFBE989-E14D-4B6F-B3C5-8CB55B0B6239}" sibTransId="{60CDE00D-BD67-4C6B-B83A-7E186C8EC36A}"/>
    <dgm:cxn modelId="{9A679FBB-5F4C-4669-89EF-2881210DA24C}" type="presOf" srcId="{AC640FAC-5792-4228-80A6-EED02465492F}" destId="{BC3AD443-B786-416A-B291-6AE2519CC49C}" srcOrd="0" destOrd="0" presId="urn:microsoft.com/office/officeart/2018/2/layout/IconLabelDescriptionList"/>
    <dgm:cxn modelId="{C48AC1C5-51C4-4763-819B-C91EA233C03F}" type="presOf" srcId="{A53688D6-39F2-459E-A93C-E94D396E30D2}" destId="{4BCE5EA9-9405-4B6B-AEAC-5AEC1179E214}" srcOrd="0" destOrd="0" presId="urn:microsoft.com/office/officeart/2018/2/layout/IconLabelDescriptionList"/>
    <dgm:cxn modelId="{27B8A7D0-1B54-47B5-B8BD-228CACFC6096}" srcId="{FAA7B387-63FC-4DB0-9F68-065368E212C8}" destId="{DADB680A-894B-4D22-8715-DCCD2E618D3D}" srcOrd="0" destOrd="0" parTransId="{DC15729B-F3D4-4BA9-8165-0385BC6BF957}" sibTransId="{CC1EBD4D-229D-4C53-9B26-897B67893146}"/>
    <dgm:cxn modelId="{EF683CDF-096D-407D-BD15-ECE2BD2BCBAB}" type="presOf" srcId="{DADB680A-894B-4D22-8715-DCCD2E618D3D}" destId="{86D337F8-66F5-4430-9D83-61E0257C529B}" srcOrd="0" destOrd="0" presId="urn:microsoft.com/office/officeart/2018/2/layout/IconLabelDescriptionList"/>
    <dgm:cxn modelId="{AC7C16C1-C51E-4B6E-97A8-77C788B32F89}" type="presParOf" srcId="{BC3AD443-B786-416A-B291-6AE2519CC49C}" destId="{E79A852D-ECE1-443B-9B19-4F1BEE7B540B}" srcOrd="0" destOrd="0" presId="urn:microsoft.com/office/officeart/2018/2/layout/IconLabelDescriptionList"/>
    <dgm:cxn modelId="{0C8E8D8F-5754-4EC8-8116-E79237779E4A}" type="presParOf" srcId="{E79A852D-ECE1-443B-9B19-4F1BEE7B540B}" destId="{4C8FEC54-DDC9-4B8F-B576-1D132A3C31BB}" srcOrd="0" destOrd="0" presId="urn:microsoft.com/office/officeart/2018/2/layout/IconLabelDescriptionList"/>
    <dgm:cxn modelId="{443C5E56-8B6D-4804-937F-16CACB00B9D7}" type="presParOf" srcId="{E79A852D-ECE1-443B-9B19-4F1BEE7B540B}" destId="{ED0119D8-55F9-4958-9D92-C60B85E1A5A4}" srcOrd="1" destOrd="0" presId="urn:microsoft.com/office/officeart/2018/2/layout/IconLabelDescriptionList"/>
    <dgm:cxn modelId="{C4E238AF-0FED-4730-8E36-7EC08082AFAE}" type="presParOf" srcId="{E79A852D-ECE1-443B-9B19-4F1BEE7B540B}" destId="{FD17D376-BE47-46FB-A806-2D86A26CA2E8}" srcOrd="2" destOrd="0" presId="urn:microsoft.com/office/officeart/2018/2/layout/IconLabelDescriptionList"/>
    <dgm:cxn modelId="{1ED9BF7D-BD7E-4350-9867-AF2D343A0347}" type="presParOf" srcId="{E79A852D-ECE1-443B-9B19-4F1BEE7B540B}" destId="{E924A66C-8F53-45C8-AD7C-845D40DA30CC}" srcOrd="3" destOrd="0" presId="urn:microsoft.com/office/officeart/2018/2/layout/IconLabelDescriptionList"/>
    <dgm:cxn modelId="{A3AA08EE-48CB-4A08-9FBD-E860B9387DED}" type="presParOf" srcId="{E79A852D-ECE1-443B-9B19-4F1BEE7B540B}" destId="{86D337F8-66F5-4430-9D83-61E0257C529B}" srcOrd="4" destOrd="0" presId="urn:microsoft.com/office/officeart/2018/2/layout/IconLabelDescriptionList"/>
    <dgm:cxn modelId="{725B1AA1-2153-4CFB-9E24-7AEFFE892DFF}" type="presParOf" srcId="{BC3AD443-B786-416A-B291-6AE2519CC49C}" destId="{4E1A317B-4A46-47D7-B91D-E3E672EA7D34}" srcOrd="1" destOrd="0" presId="urn:microsoft.com/office/officeart/2018/2/layout/IconLabelDescriptionList"/>
    <dgm:cxn modelId="{F6DC53D5-DA4B-4404-98D3-D9BD6B8AD506}" type="presParOf" srcId="{BC3AD443-B786-416A-B291-6AE2519CC49C}" destId="{FB3DB086-CE39-497B-A1A1-AB38DDF36DEC}" srcOrd="2" destOrd="0" presId="urn:microsoft.com/office/officeart/2018/2/layout/IconLabelDescriptionList"/>
    <dgm:cxn modelId="{3302C170-095D-40CE-93E4-42AAB586AF86}" type="presParOf" srcId="{FB3DB086-CE39-497B-A1A1-AB38DDF36DEC}" destId="{A2258C1B-EC29-4D37-BDB0-F842827CD4BF}" srcOrd="0" destOrd="0" presId="urn:microsoft.com/office/officeart/2018/2/layout/IconLabelDescriptionList"/>
    <dgm:cxn modelId="{664F5A14-1D11-4280-BBE5-43738F017A79}" type="presParOf" srcId="{FB3DB086-CE39-497B-A1A1-AB38DDF36DEC}" destId="{F5AC5DF8-518D-49C0-B29E-F4FB04682391}" srcOrd="1" destOrd="0" presId="urn:microsoft.com/office/officeart/2018/2/layout/IconLabelDescriptionList"/>
    <dgm:cxn modelId="{47EF3B3E-D352-4FCD-AC42-646781F7FA0D}" type="presParOf" srcId="{FB3DB086-CE39-497B-A1A1-AB38DDF36DEC}" destId="{E27B6E72-140B-474E-8545-D84DA40810F2}" srcOrd="2" destOrd="0" presId="urn:microsoft.com/office/officeart/2018/2/layout/IconLabelDescriptionList"/>
    <dgm:cxn modelId="{2DB3E584-328A-4677-9B87-602E0CDC4311}" type="presParOf" srcId="{FB3DB086-CE39-497B-A1A1-AB38DDF36DEC}" destId="{D9C18222-C734-4104-AA53-6A658E9E24C7}" srcOrd="3" destOrd="0" presId="urn:microsoft.com/office/officeart/2018/2/layout/IconLabelDescriptionList"/>
    <dgm:cxn modelId="{1DA3BA5E-A1BF-42BB-87E1-8BB0A9BF4006}" type="presParOf" srcId="{FB3DB086-CE39-497B-A1A1-AB38DDF36DEC}" destId="{4BCE5EA9-9405-4B6B-AEAC-5AEC1179E21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BE379C-D352-4A4C-8EAE-611796806551}" type="doc">
      <dgm:prSet loTypeId="urn:microsoft.com/office/officeart/2005/8/layout/hierarchy1" loCatId="hierarchy" qsTypeId="urn:microsoft.com/office/officeart/2005/8/quickstyle/simple4" qsCatId="simple" csTypeId="urn:microsoft.com/office/officeart/2005/8/colors/accent3_2" csCatId="accent3" phldr="1"/>
      <dgm:spPr/>
      <dgm:t>
        <a:bodyPr/>
        <a:lstStyle/>
        <a:p>
          <a:endParaRPr lang="en-US"/>
        </a:p>
      </dgm:t>
    </dgm:pt>
    <dgm:pt modelId="{1E0A2A6B-0C56-4B7F-9032-7DF8515CC4B8}">
      <dgm:prSet/>
      <dgm:spPr/>
      <dgm:t>
        <a:bodyPr/>
        <a:lstStyle/>
        <a:p>
          <a:r>
            <a:rPr lang="fr-FR"/>
            <a:t>Données à risque ou pas à risque ?</a:t>
          </a:r>
          <a:endParaRPr lang="en-US"/>
        </a:p>
      </dgm:t>
    </dgm:pt>
    <dgm:pt modelId="{63FC5FEF-8590-48A9-A41C-A03E0EE36551}" type="parTrans" cxnId="{A9A4AD88-4E5C-4EAC-AAE6-DD79BB1F15DD}">
      <dgm:prSet/>
      <dgm:spPr/>
      <dgm:t>
        <a:bodyPr/>
        <a:lstStyle/>
        <a:p>
          <a:endParaRPr lang="en-US"/>
        </a:p>
      </dgm:t>
    </dgm:pt>
    <dgm:pt modelId="{B4DF4B77-BD85-4863-B257-4D29CBF8C32A}" type="sibTrans" cxnId="{A9A4AD88-4E5C-4EAC-AAE6-DD79BB1F15DD}">
      <dgm:prSet/>
      <dgm:spPr/>
      <dgm:t>
        <a:bodyPr/>
        <a:lstStyle/>
        <a:p>
          <a:endParaRPr lang="en-US"/>
        </a:p>
      </dgm:t>
    </dgm:pt>
    <dgm:pt modelId="{7F87DE6E-C6DA-42FD-B31B-4DBCD7C80687}">
      <dgm:prSet/>
      <dgm:spPr/>
      <dgm:t>
        <a:bodyPr/>
        <a:lstStyle/>
        <a:p>
          <a:r>
            <a:rPr lang="fr-FR"/>
            <a:t>Vous devez indiquer : risque faible / modéré / élevé / interdit (très rare)</a:t>
          </a:r>
          <a:endParaRPr lang="en-US"/>
        </a:p>
      </dgm:t>
    </dgm:pt>
    <dgm:pt modelId="{D67B929A-9B51-4DCA-882B-E983E64AEE20}" type="parTrans" cxnId="{7A5EFF0A-5309-462D-A5E3-A6833DB99FC6}">
      <dgm:prSet/>
      <dgm:spPr/>
      <dgm:t>
        <a:bodyPr/>
        <a:lstStyle/>
        <a:p>
          <a:endParaRPr lang="en-US"/>
        </a:p>
      </dgm:t>
    </dgm:pt>
    <dgm:pt modelId="{ED1214CC-94E5-454D-AE31-B4D296FB7120}" type="sibTrans" cxnId="{7A5EFF0A-5309-462D-A5E3-A6833DB99FC6}">
      <dgm:prSet/>
      <dgm:spPr/>
      <dgm:t>
        <a:bodyPr/>
        <a:lstStyle/>
        <a:p>
          <a:endParaRPr lang="en-US"/>
        </a:p>
      </dgm:t>
    </dgm:pt>
    <dgm:pt modelId="{BCD0A32B-9029-47F5-ABAB-EB965C9AAE80}" type="pres">
      <dgm:prSet presAssocID="{4ABE379C-D352-4A4C-8EAE-611796806551}" presName="hierChild1" presStyleCnt="0">
        <dgm:presLayoutVars>
          <dgm:chPref val="1"/>
          <dgm:dir/>
          <dgm:animOne val="branch"/>
          <dgm:animLvl val="lvl"/>
          <dgm:resizeHandles/>
        </dgm:presLayoutVars>
      </dgm:prSet>
      <dgm:spPr/>
    </dgm:pt>
    <dgm:pt modelId="{932106C1-92EC-446E-B4C4-A06FA18EA162}" type="pres">
      <dgm:prSet presAssocID="{1E0A2A6B-0C56-4B7F-9032-7DF8515CC4B8}" presName="hierRoot1" presStyleCnt="0"/>
      <dgm:spPr/>
    </dgm:pt>
    <dgm:pt modelId="{545A4D76-2309-4BA8-98C4-C3A6ECB338CE}" type="pres">
      <dgm:prSet presAssocID="{1E0A2A6B-0C56-4B7F-9032-7DF8515CC4B8}" presName="composite" presStyleCnt="0"/>
      <dgm:spPr/>
    </dgm:pt>
    <dgm:pt modelId="{A834225B-8DC5-44E5-A1B0-93D91B5E2DB9}" type="pres">
      <dgm:prSet presAssocID="{1E0A2A6B-0C56-4B7F-9032-7DF8515CC4B8}" presName="background" presStyleLbl="node0" presStyleIdx="0" presStyleCnt="2"/>
      <dgm:spPr/>
    </dgm:pt>
    <dgm:pt modelId="{1211AEC9-BC70-4AB9-ABB2-DCFE87ADF5C4}" type="pres">
      <dgm:prSet presAssocID="{1E0A2A6B-0C56-4B7F-9032-7DF8515CC4B8}" presName="text" presStyleLbl="fgAcc0" presStyleIdx="0" presStyleCnt="2">
        <dgm:presLayoutVars>
          <dgm:chPref val="3"/>
        </dgm:presLayoutVars>
      </dgm:prSet>
      <dgm:spPr/>
    </dgm:pt>
    <dgm:pt modelId="{363BDB27-7226-4453-9137-2626DA8606DB}" type="pres">
      <dgm:prSet presAssocID="{1E0A2A6B-0C56-4B7F-9032-7DF8515CC4B8}" presName="hierChild2" presStyleCnt="0"/>
      <dgm:spPr/>
    </dgm:pt>
    <dgm:pt modelId="{0D131885-3DFE-47F3-9C74-7EAADECAEEFD}" type="pres">
      <dgm:prSet presAssocID="{7F87DE6E-C6DA-42FD-B31B-4DBCD7C80687}" presName="hierRoot1" presStyleCnt="0"/>
      <dgm:spPr/>
    </dgm:pt>
    <dgm:pt modelId="{E60CD1EB-B4F8-4606-A7FC-D8B050600B34}" type="pres">
      <dgm:prSet presAssocID="{7F87DE6E-C6DA-42FD-B31B-4DBCD7C80687}" presName="composite" presStyleCnt="0"/>
      <dgm:spPr/>
    </dgm:pt>
    <dgm:pt modelId="{14C6DACE-1DB5-4A25-88C3-B2E0F5A60DD4}" type="pres">
      <dgm:prSet presAssocID="{7F87DE6E-C6DA-42FD-B31B-4DBCD7C80687}" presName="background" presStyleLbl="node0" presStyleIdx="1" presStyleCnt="2"/>
      <dgm:spPr/>
    </dgm:pt>
    <dgm:pt modelId="{0EEDC93E-99A3-478D-BCFC-DEA137D48B34}" type="pres">
      <dgm:prSet presAssocID="{7F87DE6E-C6DA-42FD-B31B-4DBCD7C80687}" presName="text" presStyleLbl="fgAcc0" presStyleIdx="1" presStyleCnt="2">
        <dgm:presLayoutVars>
          <dgm:chPref val="3"/>
        </dgm:presLayoutVars>
      </dgm:prSet>
      <dgm:spPr/>
    </dgm:pt>
    <dgm:pt modelId="{11F92744-074E-4EF2-8DEA-17357E1C09F3}" type="pres">
      <dgm:prSet presAssocID="{7F87DE6E-C6DA-42FD-B31B-4DBCD7C80687}" presName="hierChild2" presStyleCnt="0"/>
      <dgm:spPr/>
    </dgm:pt>
  </dgm:ptLst>
  <dgm:cxnLst>
    <dgm:cxn modelId="{7A5EFF0A-5309-462D-A5E3-A6833DB99FC6}" srcId="{4ABE379C-D352-4A4C-8EAE-611796806551}" destId="{7F87DE6E-C6DA-42FD-B31B-4DBCD7C80687}" srcOrd="1" destOrd="0" parTransId="{D67B929A-9B51-4DCA-882B-E983E64AEE20}" sibTransId="{ED1214CC-94E5-454D-AE31-B4D296FB7120}"/>
    <dgm:cxn modelId="{46E7515F-1B1E-4216-9EAE-8A8590E2A25D}" type="presOf" srcId="{4ABE379C-D352-4A4C-8EAE-611796806551}" destId="{BCD0A32B-9029-47F5-ABAB-EB965C9AAE80}" srcOrd="0" destOrd="0" presId="urn:microsoft.com/office/officeart/2005/8/layout/hierarchy1"/>
    <dgm:cxn modelId="{A9A4AD88-4E5C-4EAC-AAE6-DD79BB1F15DD}" srcId="{4ABE379C-D352-4A4C-8EAE-611796806551}" destId="{1E0A2A6B-0C56-4B7F-9032-7DF8515CC4B8}" srcOrd="0" destOrd="0" parTransId="{63FC5FEF-8590-48A9-A41C-A03E0EE36551}" sibTransId="{B4DF4B77-BD85-4863-B257-4D29CBF8C32A}"/>
    <dgm:cxn modelId="{F03639D3-4982-442C-8740-556D3120FCE0}" type="presOf" srcId="{1E0A2A6B-0C56-4B7F-9032-7DF8515CC4B8}" destId="{1211AEC9-BC70-4AB9-ABB2-DCFE87ADF5C4}" srcOrd="0" destOrd="0" presId="urn:microsoft.com/office/officeart/2005/8/layout/hierarchy1"/>
    <dgm:cxn modelId="{D03A76DA-A4CE-48E8-9998-58ABB0311B94}" type="presOf" srcId="{7F87DE6E-C6DA-42FD-B31B-4DBCD7C80687}" destId="{0EEDC93E-99A3-478D-BCFC-DEA137D48B34}" srcOrd="0" destOrd="0" presId="urn:microsoft.com/office/officeart/2005/8/layout/hierarchy1"/>
    <dgm:cxn modelId="{07C0B10A-CBD6-439E-9763-9A49E448F02C}" type="presParOf" srcId="{BCD0A32B-9029-47F5-ABAB-EB965C9AAE80}" destId="{932106C1-92EC-446E-B4C4-A06FA18EA162}" srcOrd="0" destOrd="0" presId="urn:microsoft.com/office/officeart/2005/8/layout/hierarchy1"/>
    <dgm:cxn modelId="{15E7893D-A086-46AE-80B8-AC3367538935}" type="presParOf" srcId="{932106C1-92EC-446E-B4C4-A06FA18EA162}" destId="{545A4D76-2309-4BA8-98C4-C3A6ECB338CE}" srcOrd="0" destOrd="0" presId="urn:microsoft.com/office/officeart/2005/8/layout/hierarchy1"/>
    <dgm:cxn modelId="{930B2DF6-3069-404C-9E87-01352ED15C7D}" type="presParOf" srcId="{545A4D76-2309-4BA8-98C4-C3A6ECB338CE}" destId="{A834225B-8DC5-44E5-A1B0-93D91B5E2DB9}" srcOrd="0" destOrd="0" presId="urn:microsoft.com/office/officeart/2005/8/layout/hierarchy1"/>
    <dgm:cxn modelId="{BF6475DD-3388-4957-9631-A58F437E168E}" type="presParOf" srcId="{545A4D76-2309-4BA8-98C4-C3A6ECB338CE}" destId="{1211AEC9-BC70-4AB9-ABB2-DCFE87ADF5C4}" srcOrd="1" destOrd="0" presId="urn:microsoft.com/office/officeart/2005/8/layout/hierarchy1"/>
    <dgm:cxn modelId="{370C7C86-F71B-4B3E-A991-BD771189702A}" type="presParOf" srcId="{932106C1-92EC-446E-B4C4-A06FA18EA162}" destId="{363BDB27-7226-4453-9137-2626DA8606DB}" srcOrd="1" destOrd="0" presId="urn:microsoft.com/office/officeart/2005/8/layout/hierarchy1"/>
    <dgm:cxn modelId="{9339D1BC-6449-4743-975C-2A60C38EBE8D}" type="presParOf" srcId="{BCD0A32B-9029-47F5-ABAB-EB965C9AAE80}" destId="{0D131885-3DFE-47F3-9C74-7EAADECAEEFD}" srcOrd="1" destOrd="0" presId="urn:microsoft.com/office/officeart/2005/8/layout/hierarchy1"/>
    <dgm:cxn modelId="{7920FA74-6E72-493C-A7B2-A64234B4D32A}" type="presParOf" srcId="{0D131885-3DFE-47F3-9C74-7EAADECAEEFD}" destId="{E60CD1EB-B4F8-4606-A7FC-D8B050600B34}" srcOrd="0" destOrd="0" presId="urn:microsoft.com/office/officeart/2005/8/layout/hierarchy1"/>
    <dgm:cxn modelId="{A4DA4D0B-1ADF-4592-8B20-618D2CAEE29A}" type="presParOf" srcId="{E60CD1EB-B4F8-4606-A7FC-D8B050600B34}" destId="{14C6DACE-1DB5-4A25-88C3-B2E0F5A60DD4}" srcOrd="0" destOrd="0" presId="urn:microsoft.com/office/officeart/2005/8/layout/hierarchy1"/>
    <dgm:cxn modelId="{491C81BC-2258-4878-ADE0-22BC97F3DCBC}" type="presParOf" srcId="{E60CD1EB-B4F8-4606-A7FC-D8B050600B34}" destId="{0EEDC93E-99A3-478D-BCFC-DEA137D48B34}" srcOrd="1" destOrd="0" presId="urn:microsoft.com/office/officeart/2005/8/layout/hierarchy1"/>
    <dgm:cxn modelId="{DAE20B6D-3733-42A5-BA74-F68847BAA0A6}" type="presParOf" srcId="{0D131885-3DFE-47F3-9C74-7EAADECAEEFD}" destId="{11F92744-074E-4EF2-8DEA-17357E1C09F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8FEC54-DDC9-4B8F-B576-1D132A3C31BB}">
      <dsp:nvSpPr>
        <dsp:cNvPr id="0" name=""/>
        <dsp:cNvSpPr/>
      </dsp:nvSpPr>
      <dsp:spPr>
        <a:xfrm>
          <a:off x="559800" y="117210"/>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17D376-BE47-46FB-A806-2D86A26CA2E8}">
      <dsp:nvSpPr>
        <dsp:cNvPr id="0" name=""/>
        <dsp:cNvSpPr/>
      </dsp:nvSpPr>
      <dsp:spPr>
        <a:xfrm>
          <a:off x="559800" y="176289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90000"/>
            </a:lnSpc>
            <a:spcBef>
              <a:spcPct val="0"/>
            </a:spcBef>
            <a:spcAft>
              <a:spcPct val="35000"/>
            </a:spcAft>
            <a:buNone/>
            <a:defRPr b="1"/>
          </a:pPr>
          <a:r>
            <a:rPr lang="en-US" sz="2700" kern="1200"/>
            <a:t>Stockage des données</a:t>
          </a:r>
        </a:p>
      </dsp:txBody>
      <dsp:txXfrm>
        <a:off x="559800" y="1762891"/>
        <a:ext cx="4320000" cy="648000"/>
      </dsp:txXfrm>
    </dsp:sp>
    <dsp:sp modelId="{86D337F8-66F5-4430-9D83-61E0257C529B}">
      <dsp:nvSpPr>
        <dsp:cNvPr id="0" name=""/>
        <dsp:cNvSpPr/>
      </dsp:nvSpPr>
      <dsp:spPr>
        <a:xfrm>
          <a:off x="559800" y="2473068"/>
          <a:ext cx="4320000" cy="75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90000"/>
            </a:lnSpc>
            <a:spcBef>
              <a:spcPct val="0"/>
            </a:spcBef>
            <a:spcAft>
              <a:spcPct val="35000"/>
            </a:spcAft>
            <a:buNone/>
          </a:pPr>
          <a:r>
            <a:rPr lang="en-US" sz="2100" kern="1200"/>
            <a:t>IA UE vs IA US (Patriot Act)</a:t>
          </a:r>
        </a:p>
      </dsp:txBody>
      <dsp:txXfrm>
        <a:off x="559800" y="2473068"/>
        <a:ext cx="4320000" cy="752996"/>
      </dsp:txXfrm>
    </dsp:sp>
    <dsp:sp modelId="{A2258C1B-EC29-4D37-BDB0-F842827CD4BF}">
      <dsp:nvSpPr>
        <dsp:cNvPr id="0" name=""/>
        <dsp:cNvSpPr/>
      </dsp:nvSpPr>
      <dsp:spPr>
        <a:xfrm>
          <a:off x="5635800" y="117210"/>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27B6E72-140B-474E-8545-D84DA40810F2}">
      <dsp:nvSpPr>
        <dsp:cNvPr id="0" name=""/>
        <dsp:cNvSpPr/>
      </dsp:nvSpPr>
      <dsp:spPr>
        <a:xfrm>
          <a:off x="5635800" y="176289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90000"/>
            </a:lnSpc>
            <a:spcBef>
              <a:spcPct val="0"/>
            </a:spcBef>
            <a:spcAft>
              <a:spcPct val="35000"/>
            </a:spcAft>
            <a:buNone/>
            <a:defRPr b="1"/>
          </a:pPr>
          <a:r>
            <a:rPr lang="en-US" sz="2700" kern="1200"/>
            <a:t>Entraînement des données</a:t>
          </a:r>
        </a:p>
      </dsp:txBody>
      <dsp:txXfrm>
        <a:off x="5635800" y="1762891"/>
        <a:ext cx="4320000" cy="648000"/>
      </dsp:txXfrm>
    </dsp:sp>
    <dsp:sp modelId="{4BCE5EA9-9405-4B6B-AEAC-5AEC1179E214}">
      <dsp:nvSpPr>
        <dsp:cNvPr id="0" name=""/>
        <dsp:cNvSpPr/>
      </dsp:nvSpPr>
      <dsp:spPr>
        <a:xfrm>
          <a:off x="5635800" y="2473068"/>
          <a:ext cx="4320000" cy="75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90000"/>
            </a:lnSpc>
            <a:spcBef>
              <a:spcPct val="0"/>
            </a:spcBef>
            <a:spcAft>
              <a:spcPct val="35000"/>
            </a:spcAft>
            <a:buNone/>
          </a:pPr>
          <a:r>
            <a:rPr lang="en-US" sz="2100" kern="1200"/>
            <a:t>IA </a:t>
          </a:r>
          <a:r>
            <a:rPr lang="en-US" sz="2100" kern="1200" err="1"/>
            <a:t>gratuite</a:t>
          </a:r>
          <a:r>
            <a:rPr lang="en-US" sz="2100" kern="1200"/>
            <a:t> vs IA </a:t>
          </a:r>
          <a:r>
            <a:rPr lang="en-US" sz="2100" kern="1200" err="1"/>
            <a:t>payante</a:t>
          </a:r>
          <a:endParaRPr lang="en-US" sz="2100" kern="1200"/>
        </a:p>
      </dsp:txBody>
      <dsp:txXfrm>
        <a:off x="5635800" y="2473068"/>
        <a:ext cx="4320000" cy="7529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34225B-8DC5-44E5-A1B0-93D91B5E2DB9}">
      <dsp:nvSpPr>
        <dsp:cNvPr id="0" name=""/>
        <dsp:cNvSpPr/>
      </dsp:nvSpPr>
      <dsp:spPr>
        <a:xfrm>
          <a:off x="1041" y="1649594"/>
          <a:ext cx="3655541" cy="2321268"/>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211AEC9-BC70-4AB9-ABB2-DCFE87ADF5C4}">
      <dsp:nvSpPr>
        <dsp:cNvPr id="0" name=""/>
        <dsp:cNvSpPr/>
      </dsp:nvSpPr>
      <dsp:spPr>
        <a:xfrm>
          <a:off x="407212" y="2035457"/>
          <a:ext cx="3655541" cy="2321268"/>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FR" sz="2800" kern="1200"/>
            <a:t>Données à risque ou pas à risque ?</a:t>
          </a:r>
          <a:endParaRPr lang="en-US" sz="2800" kern="1200"/>
        </a:p>
      </dsp:txBody>
      <dsp:txXfrm>
        <a:off x="475200" y="2103445"/>
        <a:ext cx="3519565" cy="2185292"/>
      </dsp:txXfrm>
    </dsp:sp>
    <dsp:sp modelId="{14C6DACE-1DB5-4A25-88C3-B2E0F5A60DD4}">
      <dsp:nvSpPr>
        <dsp:cNvPr id="0" name=""/>
        <dsp:cNvSpPr/>
      </dsp:nvSpPr>
      <dsp:spPr>
        <a:xfrm>
          <a:off x="4468925" y="1649594"/>
          <a:ext cx="3655541" cy="2321268"/>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EEDC93E-99A3-478D-BCFC-DEA137D48B34}">
      <dsp:nvSpPr>
        <dsp:cNvPr id="0" name=""/>
        <dsp:cNvSpPr/>
      </dsp:nvSpPr>
      <dsp:spPr>
        <a:xfrm>
          <a:off x="4875096" y="2035457"/>
          <a:ext cx="3655541" cy="2321268"/>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FR" sz="2800" kern="1200"/>
            <a:t>Vous devez indiquer : risque faible / modéré / élevé / interdit (très rare)</a:t>
          </a:r>
          <a:endParaRPr lang="en-US" sz="2800" kern="1200"/>
        </a:p>
      </dsp:txBody>
      <dsp:txXfrm>
        <a:off x="4943084" y="2103445"/>
        <a:ext cx="3519565" cy="218529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343E04-0ECA-4761-AEE2-6B9EF97DFC19}" type="datetimeFigureOut">
              <a:t>05/02/2026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00E128-2286-4553-9313-A82D0878C3E3}" type="slidenum">
              <a:t>‹N°›</a:t>
            </a:fld>
            <a:endParaRPr lang="fr-FR"/>
          </a:p>
        </p:txBody>
      </p:sp>
    </p:spTree>
    <p:extLst>
      <p:ext uri="{BB962C8B-B14F-4D97-AF65-F5344CB8AC3E}">
        <p14:creationId xmlns:p14="http://schemas.microsoft.com/office/powerpoint/2010/main" val="1448233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contenu généré par l’IA peut être incorrect.
---
L'intelligence artificielle (IA) transforme le paysage des affaires, mais elle comporte également des risques et des défis. Cette présentation explorera l'importance d'encadrer l'IA, les risques associés, le cadre réglementaire en vigueur et les meilleures pratiques à adopter pour une utilisation responsable de l'IA.
</a:t>
            </a:r>
          </a:p>
        </p:txBody>
      </p:sp>
      <p:sp>
        <p:nvSpPr>
          <p:cNvPr id="4" name="Espace réservé du numéro de diapositive 3"/>
          <p:cNvSpPr>
            <a:spLocks noGrp="1"/>
          </p:cNvSpPr>
          <p:nvPr>
            <p:ph type="sldNum" sz="quarter" idx="5"/>
          </p:nvPr>
        </p:nvSpPr>
        <p:spPr/>
        <p:txBody>
          <a:bodyPr/>
          <a:lstStyle/>
          <a:p>
            <a:fld id="{BBD1A6A5-9809-4FAA-8251-1CB15BACBAD4}" type="slidenum">
              <a:t>1</a:t>
            </a:fld>
            <a:endParaRPr lang="fr-FR"/>
          </a:p>
        </p:txBody>
      </p:sp>
    </p:spTree>
    <p:extLst>
      <p:ext uri="{BB962C8B-B14F-4D97-AF65-F5344CB8AC3E}">
        <p14:creationId xmlns:p14="http://schemas.microsoft.com/office/powerpoint/2010/main" val="98796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https://atpformation.sharepoint.com/sites/IA/_layouts/15/Doc.aspx?sourcedoc=%7BCE46F385-AF60-4AC6-9D9C-C04FB6C82555%7D&amp;file=MODULE%202%20RISQUES,%20REGLEMENTAIRE,%20CADRES%20A%20DONNER.docx&amp;action=default&amp;mobileredirect=true&amp;DefaultItemOpen=1
Importance de l'encadrement de l'IA
</a:t>
            </a:r>
          </a:p>
        </p:txBody>
      </p:sp>
      <p:sp>
        <p:nvSpPr>
          <p:cNvPr id="4" name="Espace réservé du numéro de diapositive 3"/>
          <p:cNvSpPr>
            <a:spLocks noGrp="1"/>
          </p:cNvSpPr>
          <p:nvPr>
            <p:ph type="sldNum" sz="quarter" idx="5"/>
          </p:nvPr>
        </p:nvSpPr>
        <p:spPr/>
        <p:txBody>
          <a:bodyPr/>
          <a:lstStyle/>
          <a:p>
            <a:fld id="{BBD1A6A5-9809-4FAA-8251-1CB15BACBAD4}" type="slidenum">
              <a:t>2</a:t>
            </a:fld>
            <a:endParaRPr lang="fr-FR"/>
          </a:p>
        </p:txBody>
      </p:sp>
    </p:spTree>
    <p:extLst>
      <p:ext uri="{BB962C8B-B14F-4D97-AF65-F5344CB8AC3E}">
        <p14:creationId xmlns:p14="http://schemas.microsoft.com/office/powerpoint/2010/main" val="587706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Avec animation</a:t>
            </a:r>
          </a:p>
          <a:p>
            <a:endParaRPr lang="fr-FR"/>
          </a:p>
        </p:txBody>
      </p:sp>
      <p:sp>
        <p:nvSpPr>
          <p:cNvPr id="4" name="Espace réservé du numéro de diapositive 3"/>
          <p:cNvSpPr>
            <a:spLocks noGrp="1"/>
          </p:cNvSpPr>
          <p:nvPr>
            <p:ph type="sldNum" sz="quarter" idx="5"/>
          </p:nvPr>
        </p:nvSpPr>
        <p:spPr/>
        <p:txBody>
          <a:bodyPr/>
          <a:lstStyle/>
          <a:p>
            <a:pPr defTabSz="990478">
              <a:defRPr/>
            </a:pPr>
            <a:fld id="{034FDED2-47C2-4996-B2B1-C0975A80EA26}" type="slidenum">
              <a:rPr lang="fr-FR">
                <a:solidFill>
                  <a:prstClr val="black"/>
                </a:solidFill>
                <a:latin typeface="Aptos" panose="02110004020202020204"/>
              </a:rPr>
              <a:pPr defTabSz="990478">
                <a:defRPr/>
              </a:pPr>
              <a:t>3</a:t>
            </a:fld>
            <a:endParaRPr lang="fr-FR">
              <a:solidFill>
                <a:prstClr val="black"/>
              </a:solidFill>
              <a:latin typeface="Aptos" panose="02110004020202020204"/>
            </a:endParaRPr>
          </a:p>
        </p:txBody>
      </p:sp>
    </p:spTree>
    <p:extLst>
      <p:ext uri="{BB962C8B-B14F-4D97-AF65-F5344CB8AC3E}">
        <p14:creationId xmlns:p14="http://schemas.microsoft.com/office/powerpoint/2010/main" val="493453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https://atpformation.sharepoint.com/sites/IA/_layouts/15/Doc.aspx?sourcedoc=%7BCE46F385-AF60-4AC6-9D9C-C04FB6C82555%7D&amp;file=MODULE%202%20RISQUES,%20REGLEMENTAIRE,%20CADRES%20A%20DONNER.docx&amp;action=default&amp;mobileredirect=true&amp;DefaultItemOpen=1
Hallucinations et limites cognitives des IA, Biais, manque de transparence et autres risques
</a:t>
            </a:r>
          </a:p>
        </p:txBody>
      </p:sp>
      <p:sp>
        <p:nvSpPr>
          <p:cNvPr id="4" name="Espace réservé du numéro de diapositive 3"/>
          <p:cNvSpPr>
            <a:spLocks noGrp="1"/>
          </p:cNvSpPr>
          <p:nvPr>
            <p:ph type="sldNum" sz="quarter" idx="5"/>
          </p:nvPr>
        </p:nvSpPr>
        <p:spPr/>
        <p:txBody>
          <a:bodyPr/>
          <a:lstStyle/>
          <a:p>
            <a:fld id="{BBD1A6A5-9809-4FAA-8251-1CB15BACBAD4}" type="slidenum">
              <a:t>6</a:t>
            </a:fld>
            <a:endParaRPr lang="fr-FR"/>
          </a:p>
        </p:txBody>
      </p:sp>
    </p:spTree>
    <p:extLst>
      <p:ext uri="{BB962C8B-B14F-4D97-AF65-F5344CB8AC3E}">
        <p14:creationId xmlns:p14="http://schemas.microsoft.com/office/powerpoint/2010/main" val="816106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https://atpformation.sharepoint.com/sites/IA/_layouts/15/Doc.aspx?sourcedoc=%7BCE46F385-AF60-4AC6-9D9C-C04FB6C82555%7D&amp;file=MODULE%202%20RISQUES,%20REGLEMENTAIRE,%20CADRES%20A%20DONNER.docx&amp;action=default&amp;mobileredirect=true&amp;DefaultItemOpen=1
Contenu à transmettre :
Hallucinations : production de contenus faux mais crédibles
Atelier :  Mini-jeu – La chasse à l’hallucination
Objectifs :
Mettre en lumière les limites cognitives des IA
Sensibiliser au danger des réponses "trop sûres"
Consigne :
-          Donnez un prompt volontairement ambigu ou tordu (ex. : “Quelle est la différence entre une moule et un pull ?”), puis identifiez si une IA donne une réponse absurde, hors-sujet ou brillante.
Source de l’image : bibliothèque de contenu Microsoft 365
</a:t>
            </a:r>
          </a:p>
        </p:txBody>
      </p:sp>
      <p:sp>
        <p:nvSpPr>
          <p:cNvPr id="4" name="Espace réservé du numéro de diapositive 3"/>
          <p:cNvSpPr>
            <a:spLocks noGrp="1"/>
          </p:cNvSpPr>
          <p:nvPr>
            <p:ph type="sldNum" sz="quarter" idx="5"/>
          </p:nvPr>
        </p:nvSpPr>
        <p:spPr/>
        <p:txBody>
          <a:bodyPr/>
          <a:lstStyle/>
          <a:p>
            <a:fld id="{BBD1A6A5-9809-4FAA-8251-1CB15BACBAD4}" type="slidenum">
              <a:t>7</a:t>
            </a:fld>
            <a:endParaRPr lang="fr-FR"/>
          </a:p>
        </p:txBody>
      </p:sp>
    </p:spTree>
    <p:extLst>
      <p:ext uri="{BB962C8B-B14F-4D97-AF65-F5344CB8AC3E}">
        <p14:creationId xmlns:p14="http://schemas.microsoft.com/office/powerpoint/2010/main" val="498535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https://atpformation.sharepoint.com/sites/IA/_layouts/15/Doc.aspx?sourcedoc=%7BCE46F385-AF60-4AC6-9D9C-C04FB6C82555%7D&amp;file=MODULE%202%20RISQUES,%20REGLEMENTAIRE,%20CADRES%20A%20DONNER.docx&amp;action=default&amp;mobileredirect=true&amp;DefaultItemOpen=1
AI Act (UE), RGPD – Données personnelles &amp; IA, Droit d’auteur – Contenus générés par IA
</a:t>
            </a:r>
          </a:p>
        </p:txBody>
      </p:sp>
      <p:sp>
        <p:nvSpPr>
          <p:cNvPr id="4" name="Espace réservé du numéro de diapositive 3"/>
          <p:cNvSpPr>
            <a:spLocks noGrp="1"/>
          </p:cNvSpPr>
          <p:nvPr>
            <p:ph type="sldNum" sz="quarter" idx="5"/>
          </p:nvPr>
        </p:nvSpPr>
        <p:spPr/>
        <p:txBody>
          <a:bodyPr/>
          <a:lstStyle/>
          <a:p>
            <a:fld id="{BBD1A6A5-9809-4FAA-8251-1CB15BACBAD4}" type="slidenum">
              <a:t>26</a:t>
            </a:fld>
            <a:endParaRPr lang="fr-FR"/>
          </a:p>
        </p:txBody>
      </p:sp>
    </p:spTree>
    <p:extLst>
      <p:ext uri="{BB962C8B-B14F-4D97-AF65-F5344CB8AC3E}">
        <p14:creationId xmlns:p14="http://schemas.microsoft.com/office/powerpoint/2010/main" val="878692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1.    AI Act (UE)
L’AI Act est une loi européenne qui encadre l’usage de l’intelligence artificielle. Elle est applicable depuis février 2025. C’est la seule législation dans le monde sur le sujet de l’IA.
🎯 Objectif de l’AI Act
Garantir que les systèmes d’intelligence artificielle utilisés dans l’Union européenne soient sûrs, transparents, éthiques et respectueux des droits fondamentaux.
🧭 Décliné concrètement, cela signifie :
✅ Protéger les citoyens
Éviter les dérives (discrimination, manipulation, surveillance       abusive)
Exiger la transparence sur ce qui est IA ou non
⚖️ Encadrer les      usages professionnels
Classer les systèmes IA selon leur niveau de risque
Imposer des obligations adaptées aux usages “à haut       risque” (santé, RH, éducation, sécurité…)
🛡️ Responsabiliser      les entreprises
Définir qui est responsable : fournisseurs, déployeurs, importateurs
Imposer la traçabilité, l’auditabilité,       et le suivi humain
📉 Interdire certaines      pratiques IA
Manipulation comportementale, exploitation des vulnérabilités,       notation sociale (type “crédit social”)
🚀 Favoriser l’innovation      responsable
Créer un cadre juridique clair pour innover sans prendre       de risques légaux
Stimuler les “bacs à sable réglementaires” pour tester des IA       avant déploiement
🗓️ Entrée en vigueur (à retenir) :
Adopté en juin 2024, publié en juin 2025
Application progressive :
2025 : interdictions de certaines IA
2026 : obligations pour les IA à haut       risque
2027 : application complète pour tous       les acteurs
L’AI Act repose sur une méthode de régulation par niveau de risque, inspirée du principe de proportionnalité : plus une IA est jugée risquée pour les droits fondamentaux, plus elle est encadrée.
🎯 Objectif :
Ne pas bloquer l’innovation, mais adapter le niveau d’obligation au niveau de risque pour les personnes et la société.</a:t>
            </a:r>
          </a:p>
        </p:txBody>
      </p:sp>
      <p:sp>
        <p:nvSpPr>
          <p:cNvPr id="4" name="Espace réservé du numéro de diapositive 3"/>
          <p:cNvSpPr>
            <a:spLocks noGrp="1"/>
          </p:cNvSpPr>
          <p:nvPr>
            <p:ph type="sldNum" sz="quarter" idx="5"/>
          </p:nvPr>
        </p:nvSpPr>
        <p:spPr/>
        <p:txBody>
          <a:bodyPr/>
          <a:lstStyle/>
          <a:p>
            <a:fld id="{BBD1A6A5-9809-4FAA-8251-1CB15BACBAD4}" type="slidenum">
              <a:t>30</a:t>
            </a:fld>
            <a:endParaRPr lang="fr-FR"/>
          </a:p>
        </p:txBody>
      </p:sp>
    </p:spTree>
    <p:extLst>
      <p:ext uri="{BB962C8B-B14F-4D97-AF65-F5344CB8AC3E}">
        <p14:creationId xmlns:p14="http://schemas.microsoft.com/office/powerpoint/2010/main" val="4119719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https://atpformation.sharepoint.com/sites/IA/_layouts/15/Doc.aspx?sourcedoc=%7BCE46F385-AF60-4AC6-9D9C-C04FB6C82555%7D&amp;file=MODULE%202%20RISQUES,%20REGLEMENTAIRE,%20CADRES%20A%20DONNER.docx&amp;action=default&amp;mobileredirect=true&amp;DefaultItemOpen=1
2.    RGPD – Données personnelles &amp; IA
Le RGPD (Règlement Général sur la Protection des Données) s’applique dès qu’une IA traite des données personnelles.
✅ Ce qu’il faut retenir :
L’IA doit respecter les principes RGPD : finalité,      minimisation, consentement, durée de conservation, sécurité. Les personnes      concernées ont des droits (information, opposition, rectification,      recours).
Si l’IA prend une décision automatisée, l’entreprise doit :
En informer la personne concernée,
Prévoir une intervention humaine,
Expliquer la logique du traitement.
Source de l’image : bibliothèque de contenu Microsoft 365
</a:t>
            </a:r>
          </a:p>
        </p:txBody>
      </p:sp>
      <p:sp>
        <p:nvSpPr>
          <p:cNvPr id="4" name="Espace réservé du numéro de diapositive 3"/>
          <p:cNvSpPr>
            <a:spLocks noGrp="1"/>
          </p:cNvSpPr>
          <p:nvPr>
            <p:ph type="sldNum" sz="quarter" idx="5"/>
          </p:nvPr>
        </p:nvSpPr>
        <p:spPr/>
        <p:txBody>
          <a:bodyPr/>
          <a:lstStyle/>
          <a:p>
            <a:fld id="{BBD1A6A5-9809-4FAA-8251-1CB15BACBAD4}" type="slidenum">
              <a:t>31</a:t>
            </a:fld>
            <a:endParaRPr lang="fr-FR"/>
          </a:p>
        </p:txBody>
      </p:sp>
    </p:spTree>
    <p:extLst>
      <p:ext uri="{BB962C8B-B14F-4D97-AF65-F5344CB8AC3E}">
        <p14:creationId xmlns:p14="http://schemas.microsoft.com/office/powerpoint/2010/main" val="641976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3.    Droit d’auteur – Contenus générés par IA
Les données d’entraînement et les résultats générés posent des risques pour l’entreprise.
1.    ⚠️ Risques à anticiper pour ne pas tomber dans le droit d’auteur d’un tiers
📚 Œuvres protégées      dans les données d’entraînement (plagiat, contrefaçon)
Contenus générés : peuvent contenir des extraits ou imitations d’œuvres protégées
🤖 L’IA n’est pas responsable → c’est l’entreprise utilisatrice qui l’est
✅ Bonnes pratiques :
Ne pas publier un contenu généré automatiquement sans      vérification
Éviter les prompts du type "écris comme [auteur connu]"
Préciser dans les mentions légales ou les CGU quand un contenu est      partiellement généré par une IA.
3. ⚖️ Qui est l’auteur d’un contenu généré par une IA ?
En droit français et européen, l’auteur est une personne physique.
Une IA (comme ChatGPT) ne peut pas être reconnue comme auteur.
🧩 Donc, si tu crées un programme de formation avec ChatGPT :</a:t>
            </a:r>
          </a:p>
        </p:txBody>
      </p:sp>
      <p:sp>
        <p:nvSpPr>
          <p:cNvPr id="4" name="Espace réservé du numéro de diapositive 3"/>
          <p:cNvSpPr>
            <a:spLocks noGrp="1"/>
          </p:cNvSpPr>
          <p:nvPr>
            <p:ph type="sldNum" sz="quarter" idx="5"/>
          </p:nvPr>
        </p:nvSpPr>
        <p:spPr/>
        <p:txBody>
          <a:bodyPr/>
          <a:lstStyle/>
          <a:p>
            <a:fld id="{BBD1A6A5-9809-4FAA-8251-1CB15BACBAD4}" type="slidenum">
              <a:t>32</a:t>
            </a:fld>
            <a:endParaRPr lang="fr-FR"/>
          </a:p>
        </p:txBody>
      </p:sp>
    </p:spTree>
    <p:extLst>
      <p:ext uri="{BB962C8B-B14F-4D97-AF65-F5344CB8AC3E}">
        <p14:creationId xmlns:p14="http://schemas.microsoft.com/office/powerpoint/2010/main" val="1317925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https://atpformation.sharepoint.com/sites/IA/_layouts/15/Doc.aspx?sourcedoc=%7BCE46F385-AF60-4AC6-9D9C-C04FB6C82555%7D&amp;file=MODULE%202%20RISQUES,%20REGLEMENTAIRE,%20CADRES%20A%20DONNER.docx&amp;action=default&amp;mobileredirect=true&amp;DefaultItemOpen=1
Objectifs et contenu à transmettre
</a:t>
            </a:r>
          </a:p>
        </p:txBody>
      </p:sp>
      <p:sp>
        <p:nvSpPr>
          <p:cNvPr id="4" name="Espace réservé du numéro de diapositive 3"/>
          <p:cNvSpPr>
            <a:spLocks noGrp="1"/>
          </p:cNvSpPr>
          <p:nvPr>
            <p:ph type="sldNum" sz="quarter" idx="5"/>
          </p:nvPr>
        </p:nvSpPr>
        <p:spPr/>
        <p:txBody>
          <a:bodyPr/>
          <a:lstStyle/>
          <a:p>
            <a:fld id="{BBD1A6A5-9809-4FAA-8251-1CB15BACBAD4}" type="slidenum">
              <a:t>33</a:t>
            </a:fld>
            <a:endParaRPr lang="fr-FR"/>
          </a:p>
        </p:txBody>
      </p:sp>
    </p:spTree>
    <p:extLst>
      <p:ext uri="{BB962C8B-B14F-4D97-AF65-F5344CB8AC3E}">
        <p14:creationId xmlns:p14="http://schemas.microsoft.com/office/powerpoint/2010/main" val="2719985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Montrer le schéma en 1</a:t>
            </a:r>
            <a:r>
              <a:rPr lang="fr-FR" baseline="30000"/>
              <a:t>er</a:t>
            </a:r>
            <a:endParaRPr lang="fr-FR"/>
          </a:p>
          <a:p>
            <a:r>
              <a:rPr lang="fr-FR"/>
              <a:t>Les définitions après (</a:t>
            </a:r>
            <a:r>
              <a:rPr lang="fr-FR" i="1"/>
              <a:t>pas le résumé</a:t>
            </a:r>
            <a:r>
              <a:rPr lang="fr-FR"/>
              <a:t>)</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4FDED2-47C2-4996-B2B1-C0975A80EA26}"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246132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B8D30-7D57-4D85-CB76-5F2295531D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BB009D0-B6B1-F750-6238-C943D2EBFF2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18790E0-EB6C-FD1D-5D7E-4358C4AEAED7}"/>
              </a:ext>
            </a:extLst>
          </p:cNvPr>
          <p:cNvSpPr>
            <a:spLocks noGrp="1"/>
          </p:cNvSpPr>
          <p:nvPr>
            <p:ph type="body" idx="1"/>
          </p:nvPr>
        </p:nvSpPr>
        <p:spPr/>
        <p:txBody>
          <a:bodyPr/>
          <a:lstStyle/>
          <a:p>
            <a:r>
              <a:rPr lang="fr-FR"/>
              <a:t>Animer DRA </a:t>
            </a:r>
            <a:r>
              <a:rPr lang="fr-FR">
                <a:sym typeface="Wingdings" panose="05000000000000000000" pitchFamily="2" charset="2"/>
              </a:rPr>
              <a:t> Référent  Coach et ensuite les flèches</a:t>
            </a:r>
            <a:endParaRPr lang="fr-FR"/>
          </a:p>
        </p:txBody>
      </p:sp>
      <p:sp>
        <p:nvSpPr>
          <p:cNvPr id="4" name="Espace réservé du numéro de diapositive 3">
            <a:extLst>
              <a:ext uri="{FF2B5EF4-FFF2-40B4-BE49-F238E27FC236}">
                <a16:creationId xmlns:a16="http://schemas.microsoft.com/office/drawing/2014/main" id="{9678B442-8F2B-781C-A054-03AD05D25DDB}"/>
              </a:ext>
            </a:extLst>
          </p:cNvPr>
          <p:cNvSpPr>
            <a:spLocks noGrp="1"/>
          </p:cNvSpPr>
          <p:nvPr>
            <p:ph type="sldNum" sz="quarter" idx="5"/>
          </p:nvPr>
        </p:nvSpPr>
        <p:spPr/>
        <p:txBody>
          <a:bodyPr/>
          <a:lstStyle/>
          <a:p>
            <a:fld id="{034FDED2-47C2-4996-B2B1-C0975A80EA26}" type="slidenum">
              <a:rPr lang="fr-FR" smtClean="0"/>
              <a:t>35</a:t>
            </a:fld>
            <a:endParaRPr lang="fr-FR"/>
          </a:p>
        </p:txBody>
      </p:sp>
    </p:spTree>
    <p:extLst>
      <p:ext uri="{BB962C8B-B14F-4D97-AF65-F5344CB8AC3E}">
        <p14:creationId xmlns:p14="http://schemas.microsoft.com/office/powerpoint/2010/main" val="2954988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https://atpformation.sharepoint.com/sites/IA/_layouts/15/Doc.aspx?sourcedoc=%7BCE46F385-AF60-4AC6-9D9C-C04FB6C82555%7D&amp;file=MODULE%202%20RISQUES,%20REGLEMENTAIRE,%20CADRES%20A%20DONNER.docx&amp;action=default&amp;mobileredirect=true&amp;DefaultItemOpen=1
Synthèse à faire passer :
L’IA ne peut être déployée sans stratégie de responsabilité
Le cadre réglementaire devient de plus en plus exigeant
L’entreprise a un rôle actif à jouer dans la formalisation de ses      règles internes
Source de l’image : bibliothèque de contenu Microsoft 365
</a:t>
            </a:r>
          </a:p>
        </p:txBody>
      </p:sp>
      <p:sp>
        <p:nvSpPr>
          <p:cNvPr id="4" name="Espace réservé du numéro de diapositive 3"/>
          <p:cNvSpPr>
            <a:spLocks noGrp="1"/>
          </p:cNvSpPr>
          <p:nvPr>
            <p:ph type="sldNum" sz="quarter" idx="5"/>
          </p:nvPr>
        </p:nvSpPr>
        <p:spPr/>
        <p:txBody>
          <a:bodyPr/>
          <a:lstStyle/>
          <a:p>
            <a:fld id="{BBD1A6A5-9809-4FAA-8251-1CB15BACBAD4}" type="slidenum">
              <a:t>36</a:t>
            </a:fld>
            <a:endParaRPr lang="fr-FR"/>
          </a:p>
        </p:txBody>
      </p:sp>
    </p:spTree>
    <p:extLst>
      <p:ext uri="{BB962C8B-B14F-4D97-AF65-F5344CB8AC3E}">
        <p14:creationId xmlns:p14="http://schemas.microsoft.com/office/powerpoint/2010/main" val="3890364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C615B0-C62E-4301-E268-C675493CB5F0}"/>
              </a:ext>
            </a:extLst>
          </p:cNvPr>
          <p:cNvSpPr/>
          <p:nvPr userDrawn="1"/>
        </p:nvSpPr>
        <p:spPr>
          <a:xfrm>
            <a:off x="1" y="4416831"/>
            <a:ext cx="12192000" cy="7594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861A6CB7-1F48-9C45-A8FC-D15E4243A9FF}"/>
              </a:ext>
            </a:extLst>
          </p:cNvPr>
          <p:cNvSpPr/>
          <p:nvPr userDrawn="1"/>
        </p:nvSpPr>
        <p:spPr>
          <a:xfrm>
            <a:off x="0" y="-1"/>
            <a:ext cx="12192000" cy="44168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3991A4F1-D816-B327-1038-D5141753B785}"/>
              </a:ext>
            </a:extLst>
          </p:cNvPr>
          <p:cNvSpPr>
            <a:spLocks noGrp="1"/>
          </p:cNvSpPr>
          <p:nvPr>
            <p:ph type="ctrTitle"/>
          </p:nvPr>
        </p:nvSpPr>
        <p:spPr>
          <a:xfrm>
            <a:off x="1524000" y="1122362"/>
            <a:ext cx="9144000" cy="3219050"/>
          </a:xfrm>
        </p:spPr>
        <p:txBody>
          <a:bodyPr anchor="b"/>
          <a:lstStyle>
            <a:lvl1pPr algn="ctr">
              <a:defRPr sz="6000">
                <a:solidFill>
                  <a:schemeClr val="bg1"/>
                </a:solidFill>
              </a:defRPr>
            </a:lvl1pPr>
          </a:lstStyle>
          <a:p>
            <a:r>
              <a:rPr lang="fr-FR"/>
              <a:t>Modifiez le style du titre</a:t>
            </a:r>
          </a:p>
        </p:txBody>
      </p:sp>
      <p:sp>
        <p:nvSpPr>
          <p:cNvPr id="3" name="Sous-titre 2">
            <a:extLst>
              <a:ext uri="{FF2B5EF4-FFF2-40B4-BE49-F238E27FC236}">
                <a16:creationId xmlns:a16="http://schemas.microsoft.com/office/drawing/2014/main" id="{21CA3725-3FB9-8F0C-9083-B8DCF7659CE3}"/>
              </a:ext>
            </a:extLst>
          </p:cNvPr>
          <p:cNvSpPr>
            <a:spLocks noGrp="1"/>
          </p:cNvSpPr>
          <p:nvPr>
            <p:ph type="subTitle" idx="1"/>
          </p:nvPr>
        </p:nvSpPr>
        <p:spPr>
          <a:xfrm>
            <a:off x="1524000" y="4416830"/>
            <a:ext cx="9144000" cy="759469"/>
          </a:xfrm>
        </p:spPr>
        <p:txBody>
          <a:bodyPr anchor="ct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FF07C55-6380-551F-2F15-1F99B34E6622}"/>
              </a:ext>
            </a:extLst>
          </p:cNvPr>
          <p:cNvSpPr>
            <a:spLocks noGrp="1"/>
          </p:cNvSpPr>
          <p:nvPr>
            <p:ph type="dt" sz="half" idx="10"/>
          </p:nvPr>
        </p:nvSpPr>
        <p:spPr/>
        <p:txBody>
          <a:bodyPr/>
          <a:lstStyle>
            <a:lvl1pPr>
              <a:defRPr>
                <a:solidFill>
                  <a:schemeClr val="bg1"/>
                </a:solidFill>
              </a:defRPr>
            </a:lvl1pPr>
          </a:lstStyle>
          <a:p>
            <a:fld id="{ECA158B7-8507-4363-B068-E4BAF1FF403D}" type="datetimeFigureOut">
              <a:rPr lang="fr-FR" smtClean="0"/>
              <a:pPr/>
              <a:t>05/02/2026</a:t>
            </a:fld>
            <a:endParaRPr lang="fr-FR"/>
          </a:p>
        </p:txBody>
      </p:sp>
      <p:sp>
        <p:nvSpPr>
          <p:cNvPr id="5" name="Espace réservé du pied de page 4">
            <a:extLst>
              <a:ext uri="{FF2B5EF4-FFF2-40B4-BE49-F238E27FC236}">
                <a16:creationId xmlns:a16="http://schemas.microsoft.com/office/drawing/2014/main" id="{F7F3BE26-63B9-D4EB-D93B-E2B31CB56662}"/>
              </a:ext>
            </a:extLst>
          </p:cNvPr>
          <p:cNvSpPr>
            <a:spLocks noGrp="1"/>
          </p:cNvSpPr>
          <p:nvPr>
            <p:ph type="ftr" sz="quarter" idx="11"/>
          </p:nvPr>
        </p:nvSpPr>
        <p:spPr>
          <a:solidFill>
            <a:srgbClr val="FFFFFF">
              <a:alpha val="50196"/>
            </a:srgbClr>
          </a:solidFill>
        </p:spPr>
        <p:txBody>
          <a:bodyPr/>
          <a:lstStyle/>
          <a:p>
            <a:endParaRPr lang="fr-FR"/>
          </a:p>
        </p:txBody>
      </p:sp>
      <p:sp>
        <p:nvSpPr>
          <p:cNvPr id="6" name="Espace réservé du numéro de diapositive 5">
            <a:extLst>
              <a:ext uri="{FF2B5EF4-FFF2-40B4-BE49-F238E27FC236}">
                <a16:creationId xmlns:a16="http://schemas.microsoft.com/office/drawing/2014/main" id="{D4039AEC-8D5C-3DA8-40D0-11E26DF9FBD2}"/>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1569908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70AFE-3229-F0A3-F51C-F17D88361DF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7AE7D7B-1890-BCAE-626D-327B20AAF22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82DF0BA-5A95-5F3A-04B6-535857E774A5}"/>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5" name="Espace réservé du pied de page 4">
            <a:extLst>
              <a:ext uri="{FF2B5EF4-FFF2-40B4-BE49-F238E27FC236}">
                <a16:creationId xmlns:a16="http://schemas.microsoft.com/office/drawing/2014/main" id="{1247A217-93A7-5459-5022-C725DAE67D3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B7951B-E41A-CAB5-5A49-393867047726}"/>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3233605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re et contenu Bleu foncé">
    <p:spTree>
      <p:nvGrpSpPr>
        <p:cNvPr id="1" name=""/>
        <p:cNvGrpSpPr/>
        <p:nvPr/>
      </p:nvGrpSpPr>
      <p:grpSpPr>
        <a:xfrm>
          <a:off x="0" y="0"/>
          <a:ext cx="0" cy="0"/>
          <a:chOff x="0" y="0"/>
          <a:chExt cx="0" cy="0"/>
        </a:xfrm>
      </p:grpSpPr>
      <p:sp>
        <p:nvSpPr>
          <p:cNvPr id="14" name="Forme libre : forme 13">
            <a:extLst>
              <a:ext uri="{FF2B5EF4-FFF2-40B4-BE49-F238E27FC236}">
                <a16:creationId xmlns:a16="http://schemas.microsoft.com/office/drawing/2014/main" id="{8947D476-8E0E-CB48-AB5D-446FF06B6884}"/>
              </a:ext>
            </a:extLst>
          </p:cNvPr>
          <p:cNvSpPr/>
          <p:nvPr userDrawn="1"/>
        </p:nvSpPr>
        <p:spPr>
          <a:xfrm rot="120000">
            <a:off x="-107788" y="-48436"/>
            <a:ext cx="3088748" cy="6974554"/>
          </a:xfrm>
          <a:custGeom>
            <a:avLst/>
            <a:gdLst>
              <a:gd name="connsiteX0" fmla="*/ 0 w 3310062"/>
              <a:gd name="connsiteY0" fmla="*/ 115590 h 7026528"/>
              <a:gd name="connsiteX1" fmla="*/ 3310062 w 3310062"/>
              <a:gd name="connsiteY1" fmla="*/ 0 h 7026528"/>
              <a:gd name="connsiteX2" fmla="*/ 3310062 w 3310062"/>
              <a:gd name="connsiteY2" fmla="*/ 6919365 h 7026528"/>
              <a:gd name="connsiteX3" fmla="*/ 241335 w 3310062"/>
              <a:gd name="connsiteY3" fmla="*/ 7026528 h 7026528"/>
              <a:gd name="connsiteX4" fmla="*/ 0 w 3310062"/>
              <a:gd name="connsiteY4" fmla="*/ 115590 h 7026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0062" h="7026528">
                <a:moveTo>
                  <a:pt x="0" y="115590"/>
                </a:moveTo>
                <a:lnTo>
                  <a:pt x="3310062" y="0"/>
                </a:lnTo>
                <a:lnTo>
                  <a:pt x="3310062" y="6919365"/>
                </a:lnTo>
                <a:lnTo>
                  <a:pt x="241335" y="7026528"/>
                </a:lnTo>
                <a:lnTo>
                  <a:pt x="0" y="11559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75270AFE-3229-F0A3-F51C-F17D88361DFB}"/>
              </a:ext>
            </a:extLst>
          </p:cNvPr>
          <p:cNvSpPr>
            <a:spLocks noGrp="1"/>
          </p:cNvSpPr>
          <p:nvPr>
            <p:ph type="title"/>
          </p:nvPr>
        </p:nvSpPr>
        <p:spPr>
          <a:xfrm>
            <a:off x="136074" y="206700"/>
            <a:ext cx="2762250" cy="6444599"/>
          </a:xfrm>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97AE7D7B-1890-BCAE-626D-327B20AAF220}"/>
              </a:ext>
            </a:extLst>
          </p:cNvPr>
          <p:cNvSpPr>
            <a:spLocks noGrp="1"/>
          </p:cNvSpPr>
          <p:nvPr>
            <p:ph idx="1"/>
          </p:nvPr>
        </p:nvSpPr>
        <p:spPr>
          <a:xfrm>
            <a:off x="3187339" y="206700"/>
            <a:ext cx="8531679" cy="600632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82DF0BA-5A95-5F3A-04B6-535857E774A5}"/>
              </a:ext>
            </a:extLst>
          </p:cNvPr>
          <p:cNvSpPr>
            <a:spLocks noGrp="1"/>
          </p:cNvSpPr>
          <p:nvPr>
            <p:ph type="dt" sz="half" idx="10"/>
          </p:nvPr>
        </p:nvSpPr>
        <p:spPr/>
        <p:txBody>
          <a:bodyPr/>
          <a:lstStyle>
            <a:lvl1pPr>
              <a:defRPr>
                <a:solidFill>
                  <a:schemeClr val="bg1"/>
                </a:solidFill>
              </a:defRPr>
            </a:lvl1pPr>
          </a:lstStyle>
          <a:p>
            <a:fld id="{ECA158B7-8507-4363-B068-E4BAF1FF403D}" type="datetimeFigureOut">
              <a:rPr lang="fr-FR" smtClean="0"/>
              <a:pPr/>
              <a:t>05/02/2026</a:t>
            </a:fld>
            <a:endParaRPr lang="fr-FR"/>
          </a:p>
        </p:txBody>
      </p:sp>
      <p:sp>
        <p:nvSpPr>
          <p:cNvPr id="5" name="Espace réservé du pied de page 4">
            <a:extLst>
              <a:ext uri="{FF2B5EF4-FFF2-40B4-BE49-F238E27FC236}">
                <a16:creationId xmlns:a16="http://schemas.microsoft.com/office/drawing/2014/main" id="{1247A217-93A7-5459-5022-C725DAE67D30}"/>
              </a:ext>
            </a:extLst>
          </p:cNvPr>
          <p:cNvSpPr>
            <a:spLocks noGrp="1"/>
          </p:cNvSpPr>
          <p:nvPr>
            <p:ph type="ftr" sz="quarter" idx="11"/>
          </p:nvPr>
        </p:nvSpPr>
        <p:spPr/>
        <p:txBody>
          <a:bodyPr/>
          <a:lstStyle>
            <a:lvl1pPr>
              <a:defRPr>
                <a:solidFill>
                  <a:schemeClr val="bg1"/>
                </a:solidFill>
              </a:defRPr>
            </a:lvl1pPr>
          </a:lstStyle>
          <a:p>
            <a:endParaRPr lang="fr-FR"/>
          </a:p>
        </p:txBody>
      </p:sp>
      <p:sp>
        <p:nvSpPr>
          <p:cNvPr id="6" name="Espace réservé du numéro de diapositive 5">
            <a:extLst>
              <a:ext uri="{FF2B5EF4-FFF2-40B4-BE49-F238E27FC236}">
                <a16:creationId xmlns:a16="http://schemas.microsoft.com/office/drawing/2014/main" id="{16B7951B-E41A-CAB5-5A49-393867047726}"/>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2410598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re et contenu Rose">
    <p:spTree>
      <p:nvGrpSpPr>
        <p:cNvPr id="1" name=""/>
        <p:cNvGrpSpPr/>
        <p:nvPr/>
      </p:nvGrpSpPr>
      <p:grpSpPr>
        <a:xfrm>
          <a:off x="0" y="0"/>
          <a:ext cx="0" cy="0"/>
          <a:chOff x="0" y="0"/>
          <a:chExt cx="0" cy="0"/>
        </a:xfrm>
      </p:grpSpPr>
      <p:sp>
        <p:nvSpPr>
          <p:cNvPr id="14" name="Forme libre : forme 13">
            <a:extLst>
              <a:ext uri="{FF2B5EF4-FFF2-40B4-BE49-F238E27FC236}">
                <a16:creationId xmlns:a16="http://schemas.microsoft.com/office/drawing/2014/main" id="{8947D476-8E0E-CB48-AB5D-446FF06B6884}"/>
              </a:ext>
            </a:extLst>
          </p:cNvPr>
          <p:cNvSpPr/>
          <p:nvPr userDrawn="1"/>
        </p:nvSpPr>
        <p:spPr>
          <a:xfrm rot="120000">
            <a:off x="-107724" y="-52994"/>
            <a:ext cx="3088800" cy="6974554"/>
          </a:xfrm>
          <a:custGeom>
            <a:avLst/>
            <a:gdLst>
              <a:gd name="connsiteX0" fmla="*/ 0 w 3310062"/>
              <a:gd name="connsiteY0" fmla="*/ 115590 h 7026528"/>
              <a:gd name="connsiteX1" fmla="*/ 3310062 w 3310062"/>
              <a:gd name="connsiteY1" fmla="*/ 0 h 7026528"/>
              <a:gd name="connsiteX2" fmla="*/ 3310062 w 3310062"/>
              <a:gd name="connsiteY2" fmla="*/ 6919365 h 7026528"/>
              <a:gd name="connsiteX3" fmla="*/ 241335 w 3310062"/>
              <a:gd name="connsiteY3" fmla="*/ 7026528 h 7026528"/>
              <a:gd name="connsiteX4" fmla="*/ 0 w 3310062"/>
              <a:gd name="connsiteY4" fmla="*/ 115590 h 7026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0062" h="7026528">
                <a:moveTo>
                  <a:pt x="0" y="115590"/>
                </a:moveTo>
                <a:lnTo>
                  <a:pt x="3310062" y="0"/>
                </a:lnTo>
                <a:lnTo>
                  <a:pt x="3310062" y="6919365"/>
                </a:lnTo>
                <a:lnTo>
                  <a:pt x="241335" y="7026528"/>
                </a:lnTo>
                <a:lnTo>
                  <a:pt x="0" y="115590"/>
                </a:lnTo>
                <a:close/>
              </a:path>
            </a:pathLst>
          </a:cu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75270AFE-3229-F0A3-F51C-F17D88361DFB}"/>
              </a:ext>
            </a:extLst>
          </p:cNvPr>
          <p:cNvSpPr>
            <a:spLocks noGrp="1"/>
          </p:cNvSpPr>
          <p:nvPr>
            <p:ph type="title"/>
          </p:nvPr>
        </p:nvSpPr>
        <p:spPr>
          <a:xfrm>
            <a:off x="95253" y="206700"/>
            <a:ext cx="2762250" cy="6444599"/>
          </a:xfrm>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97AE7D7B-1890-BCAE-626D-327B20AAF220}"/>
              </a:ext>
            </a:extLst>
          </p:cNvPr>
          <p:cNvSpPr>
            <a:spLocks noGrp="1"/>
          </p:cNvSpPr>
          <p:nvPr>
            <p:ph idx="1"/>
          </p:nvPr>
        </p:nvSpPr>
        <p:spPr>
          <a:xfrm>
            <a:off x="3200404" y="206699"/>
            <a:ext cx="8531679" cy="600632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82DF0BA-5A95-5F3A-04B6-535857E774A5}"/>
              </a:ext>
            </a:extLst>
          </p:cNvPr>
          <p:cNvSpPr>
            <a:spLocks noGrp="1"/>
          </p:cNvSpPr>
          <p:nvPr>
            <p:ph type="dt" sz="half" idx="10"/>
          </p:nvPr>
        </p:nvSpPr>
        <p:spPr/>
        <p:txBody>
          <a:bodyPr/>
          <a:lstStyle>
            <a:lvl1pPr>
              <a:defRPr>
                <a:solidFill>
                  <a:schemeClr val="bg1"/>
                </a:solidFill>
              </a:defRPr>
            </a:lvl1pPr>
          </a:lstStyle>
          <a:p>
            <a:fld id="{ECA158B7-8507-4363-B068-E4BAF1FF403D}" type="datetimeFigureOut">
              <a:rPr lang="fr-FR" smtClean="0"/>
              <a:pPr/>
              <a:t>05/02/2026</a:t>
            </a:fld>
            <a:endParaRPr lang="fr-FR"/>
          </a:p>
        </p:txBody>
      </p:sp>
      <p:sp>
        <p:nvSpPr>
          <p:cNvPr id="5" name="Espace réservé du pied de page 4">
            <a:extLst>
              <a:ext uri="{FF2B5EF4-FFF2-40B4-BE49-F238E27FC236}">
                <a16:creationId xmlns:a16="http://schemas.microsoft.com/office/drawing/2014/main" id="{1247A217-93A7-5459-5022-C725DAE67D30}"/>
              </a:ext>
            </a:extLst>
          </p:cNvPr>
          <p:cNvSpPr>
            <a:spLocks noGrp="1"/>
          </p:cNvSpPr>
          <p:nvPr>
            <p:ph type="ftr" sz="quarter" idx="11"/>
          </p:nvPr>
        </p:nvSpPr>
        <p:spPr/>
        <p:txBody>
          <a:bodyPr/>
          <a:lstStyle>
            <a:lvl1pPr>
              <a:defRPr>
                <a:solidFill>
                  <a:schemeClr val="bg1"/>
                </a:solidFill>
              </a:defRPr>
            </a:lvl1pPr>
          </a:lstStyle>
          <a:p>
            <a:endParaRPr lang="fr-FR"/>
          </a:p>
        </p:txBody>
      </p:sp>
      <p:sp>
        <p:nvSpPr>
          <p:cNvPr id="6" name="Espace réservé du numéro de diapositive 5">
            <a:extLst>
              <a:ext uri="{FF2B5EF4-FFF2-40B4-BE49-F238E27FC236}">
                <a16:creationId xmlns:a16="http://schemas.microsoft.com/office/drawing/2014/main" id="{16B7951B-E41A-CAB5-5A49-393867047726}"/>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2217983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re et contenu Bleu clair">
    <p:spTree>
      <p:nvGrpSpPr>
        <p:cNvPr id="1" name=""/>
        <p:cNvGrpSpPr/>
        <p:nvPr/>
      </p:nvGrpSpPr>
      <p:grpSpPr>
        <a:xfrm>
          <a:off x="0" y="0"/>
          <a:ext cx="0" cy="0"/>
          <a:chOff x="0" y="0"/>
          <a:chExt cx="0" cy="0"/>
        </a:xfrm>
      </p:grpSpPr>
      <p:sp>
        <p:nvSpPr>
          <p:cNvPr id="14" name="Forme libre : forme 13">
            <a:extLst>
              <a:ext uri="{FF2B5EF4-FFF2-40B4-BE49-F238E27FC236}">
                <a16:creationId xmlns:a16="http://schemas.microsoft.com/office/drawing/2014/main" id="{8947D476-8E0E-CB48-AB5D-446FF06B6884}"/>
              </a:ext>
            </a:extLst>
          </p:cNvPr>
          <p:cNvSpPr/>
          <p:nvPr userDrawn="1"/>
        </p:nvSpPr>
        <p:spPr>
          <a:xfrm rot="120000">
            <a:off x="-107724" y="-52994"/>
            <a:ext cx="3088800" cy="6974554"/>
          </a:xfrm>
          <a:custGeom>
            <a:avLst/>
            <a:gdLst>
              <a:gd name="connsiteX0" fmla="*/ 0 w 3310062"/>
              <a:gd name="connsiteY0" fmla="*/ 115590 h 7026528"/>
              <a:gd name="connsiteX1" fmla="*/ 3310062 w 3310062"/>
              <a:gd name="connsiteY1" fmla="*/ 0 h 7026528"/>
              <a:gd name="connsiteX2" fmla="*/ 3310062 w 3310062"/>
              <a:gd name="connsiteY2" fmla="*/ 6919365 h 7026528"/>
              <a:gd name="connsiteX3" fmla="*/ 241335 w 3310062"/>
              <a:gd name="connsiteY3" fmla="*/ 7026528 h 7026528"/>
              <a:gd name="connsiteX4" fmla="*/ 0 w 3310062"/>
              <a:gd name="connsiteY4" fmla="*/ 115590 h 7026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0062" h="7026528">
                <a:moveTo>
                  <a:pt x="0" y="115590"/>
                </a:moveTo>
                <a:lnTo>
                  <a:pt x="3310062" y="0"/>
                </a:lnTo>
                <a:lnTo>
                  <a:pt x="3310062" y="6919365"/>
                </a:lnTo>
                <a:lnTo>
                  <a:pt x="241335" y="7026528"/>
                </a:lnTo>
                <a:lnTo>
                  <a:pt x="0" y="115590"/>
                </a:lnTo>
                <a:close/>
              </a:path>
            </a:pathLst>
          </a:cu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75270AFE-3229-F0A3-F51C-F17D88361DFB}"/>
              </a:ext>
            </a:extLst>
          </p:cNvPr>
          <p:cNvSpPr>
            <a:spLocks noGrp="1"/>
          </p:cNvSpPr>
          <p:nvPr>
            <p:ph type="title"/>
          </p:nvPr>
        </p:nvSpPr>
        <p:spPr>
          <a:xfrm>
            <a:off x="94665" y="206699"/>
            <a:ext cx="2762250" cy="6444599"/>
          </a:xfrm>
        </p:spPr>
        <p:txBody>
          <a:bodyPr/>
          <a:lstStyle>
            <a:lvl1pPr>
              <a:defRPr>
                <a:solidFill>
                  <a:schemeClr val="accent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97AE7D7B-1890-BCAE-626D-327B20AAF220}"/>
              </a:ext>
            </a:extLst>
          </p:cNvPr>
          <p:cNvSpPr>
            <a:spLocks noGrp="1"/>
          </p:cNvSpPr>
          <p:nvPr>
            <p:ph idx="1"/>
          </p:nvPr>
        </p:nvSpPr>
        <p:spPr>
          <a:xfrm>
            <a:off x="3200397" y="206699"/>
            <a:ext cx="8531679" cy="600632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82DF0BA-5A95-5F3A-04B6-535857E774A5}"/>
              </a:ext>
            </a:extLst>
          </p:cNvPr>
          <p:cNvSpPr>
            <a:spLocks noGrp="1"/>
          </p:cNvSpPr>
          <p:nvPr>
            <p:ph type="dt" sz="half" idx="10"/>
          </p:nvPr>
        </p:nvSpPr>
        <p:spPr/>
        <p:txBody>
          <a:bodyPr/>
          <a:lstStyle>
            <a:lvl1pPr>
              <a:defRPr>
                <a:solidFill>
                  <a:schemeClr val="accent1"/>
                </a:solidFill>
              </a:defRPr>
            </a:lvl1pPr>
          </a:lstStyle>
          <a:p>
            <a:fld id="{ECA158B7-8507-4363-B068-E4BAF1FF403D}" type="datetimeFigureOut">
              <a:rPr lang="fr-FR" smtClean="0"/>
              <a:pPr/>
              <a:t>05/02/2026</a:t>
            </a:fld>
            <a:endParaRPr lang="fr-FR"/>
          </a:p>
        </p:txBody>
      </p:sp>
      <p:sp>
        <p:nvSpPr>
          <p:cNvPr id="5" name="Espace réservé du pied de page 4">
            <a:extLst>
              <a:ext uri="{FF2B5EF4-FFF2-40B4-BE49-F238E27FC236}">
                <a16:creationId xmlns:a16="http://schemas.microsoft.com/office/drawing/2014/main" id="{1247A217-93A7-5459-5022-C725DAE67D30}"/>
              </a:ext>
            </a:extLst>
          </p:cNvPr>
          <p:cNvSpPr>
            <a:spLocks noGrp="1"/>
          </p:cNvSpPr>
          <p:nvPr>
            <p:ph type="ftr" sz="quarter" idx="11"/>
          </p:nvPr>
        </p:nvSpPr>
        <p:spPr/>
        <p:txBody>
          <a:bodyPr/>
          <a:lstStyle>
            <a:lvl1pPr>
              <a:defRPr>
                <a:solidFill>
                  <a:schemeClr val="accent1"/>
                </a:solidFill>
              </a:defRPr>
            </a:lvl1pPr>
          </a:lstStyle>
          <a:p>
            <a:endParaRPr lang="fr-FR"/>
          </a:p>
        </p:txBody>
      </p:sp>
      <p:sp>
        <p:nvSpPr>
          <p:cNvPr id="6" name="Espace réservé du numéro de diapositive 5">
            <a:extLst>
              <a:ext uri="{FF2B5EF4-FFF2-40B4-BE49-F238E27FC236}">
                <a16:creationId xmlns:a16="http://schemas.microsoft.com/office/drawing/2014/main" id="{16B7951B-E41A-CAB5-5A49-393867047726}"/>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1011598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de section Bleu foncé">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B2066-22E0-5691-6A3A-77F8BD101D06}"/>
              </a:ext>
            </a:extLst>
          </p:cNvPr>
          <p:cNvSpPr>
            <a:spLocks noGrp="1"/>
          </p:cNvSpPr>
          <p:nvPr>
            <p:ph type="title"/>
          </p:nvPr>
        </p:nvSpPr>
        <p:spPr>
          <a:xfrm>
            <a:off x="831850" y="1709738"/>
            <a:ext cx="10515600" cy="2852737"/>
          </a:xfrm>
          <a:solidFill>
            <a:schemeClr val="accent1"/>
          </a:solidFill>
        </p:spPr>
        <p:txBody>
          <a:bodyPr anchor="ctr"/>
          <a:lstStyle>
            <a:lvl1pPr algn="ctr">
              <a:defRPr sz="6000">
                <a:solidFill>
                  <a:schemeClr val="bg1"/>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FE3EAFC6-53D7-6D85-F9FD-DAAB42BA89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428E3C9-816E-7EAE-F0D7-C88A30F00F07}"/>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5" name="Espace réservé du pied de page 4">
            <a:extLst>
              <a:ext uri="{FF2B5EF4-FFF2-40B4-BE49-F238E27FC236}">
                <a16:creationId xmlns:a16="http://schemas.microsoft.com/office/drawing/2014/main" id="{7A3216CC-67F6-136B-EC09-103A9BE54B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4C6675-DAD0-95AD-8CC1-0F64EC9A93E2}"/>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7" name="Rectangle 6">
            <a:extLst>
              <a:ext uri="{FF2B5EF4-FFF2-40B4-BE49-F238E27FC236}">
                <a16:creationId xmlns:a16="http://schemas.microsoft.com/office/drawing/2014/main" id="{6A63E6CF-35F4-E4D6-59CC-8AE4DE558D15}"/>
              </a:ext>
            </a:extLst>
          </p:cNvPr>
          <p:cNvSpPr/>
          <p:nvPr userDrawn="1"/>
        </p:nvSpPr>
        <p:spPr>
          <a:xfrm>
            <a:off x="508883" y="286247"/>
            <a:ext cx="322967" cy="898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8">
            <a:extLst>
              <a:ext uri="{FF2B5EF4-FFF2-40B4-BE49-F238E27FC236}">
                <a16:creationId xmlns:a16="http://schemas.microsoft.com/office/drawing/2014/main" id="{BCFC6A9E-3BFD-30C5-EFB2-E1D029162E1C}"/>
              </a:ext>
            </a:extLst>
          </p:cNvPr>
          <p:cNvSpPr>
            <a:spLocks noGrp="1"/>
          </p:cNvSpPr>
          <p:nvPr>
            <p:ph type="body" sz="quarter" idx="13"/>
          </p:nvPr>
        </p:nvSpPr>
        <p:spPr>
          <a:xfrm>
            <a:off x="831850" y="1276350"/>
            <a:ext cx="2627313" cy="433388"/>
          </a:xfrm>
          <a:solidFill>
            <a:schemeClr val="accent2"/>
          </a:solidFill>
        </p:spPr>
        <p:txBody>
          <a:bodyPr anchor="ctr"/>
          <a:lstStyle>
            <a:lvl1pPr marL="0" indent="0" algn="ctr">
              <a:buNone/>
              <a:defRPr>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933243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de section Ros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B2066-22E0-5691-6A3A-77F8BD101D06}"/>
              </a:ext>
            </a:extLst>
          </p:cNvPr>
          <p:cNvSpPr>
            <a:spLocks noGrp="1"/>
          </p:cNvSpPr>
          <p:nvPr>
            <p:ph type="title"/>
          </p:nvPr>
        </p:nvSpPr>
        <p:spPr>
          <a:xfrm>
            <a:off x="831850" y="1709738"/>
            <a:ext cx="10515600" cy="2852737"/>
          </a:xfrm>
          <a:solidFill>
            <a:schemeClr val="accent2"/>
          </a:solidFill>
        </p:spPr>
        <p:txBody>
          <a:bodyPr anchor="ctr"/>
          <a:lstStyle>
            <a:lvl1pPr algn="ctr">
              <a:defRPr sz="6000">
                <a:solidFill>
                  <a:schemeClr val="bg1"/>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FE3EAFC6-53D7-6D85-F9FD-DAAB42BA89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428E3C9-816E-7EAE-F0D7-C88A30F00F07}"/>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5" name="Espace réservé du pied de page 4">
            <a:extLst>
              <a:ext uri="{FF2B5EF4-FFF2-40B4-BE49-F238E27FC236}">
                <a16:creationId xmlns:a16="http://schemas.microsoft.com/office/drawing/2014/main" id="{7A3216CC-67F6-136B-EC09-103A9BE54B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4C6675-DAD0-95AD-8CC1-0F64EC9A93E2}"/>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7" name="Rectangle 6">
            <a:extLst>
              <a:ext uri="{FF2B5EF4-FFF2-40B4-BE49-F238E27FC236}">
                <a16:creationId xmlns:a16="http://schemas.microsoft.com/office/drawing/2014/main" id="{6A63E6CF-35F4-E4D6-59CC-8AE4DE558D15}"/>
              </a:ext>
            </a:extLst>
          </p:cNvPr>
          <p:cNvSpPr/>
          <p:nvPr userDrawn="1"/>
        </p:nvSpPr>
        <p:spPr>
          <a:xfrm>
            <a:off x="508883" y="286247"/>
            <a:ext cx="322967" cy="898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8">
            <a:extLst>
              <a:ext uri="{FF2B5EF4-FFF2-40B4-BE49-F238E27FC236}">
                <a16:creationId xmlns:a16="http://schemas.microsoft.com/office/drawing/2014/main" id="{E6450C9A-C453-BE2D-7F6E-766AA3D0269C}"/>
              </a:ext>
            </a:extLst>
          </p:cNvPr>
          <p:cNvSpPr>
            <a:spLocks noGrp="1"/>
          </p:cNvSpPr>
          <p:nvPr>
            <p:ph type="body" sz="quarter" idx="13"/>
          </p:nvPr>
        </p:nvSpPr>
        <p:spPr>
          <a:xfrm>
            <a:off x="831850" y="1276350"/>
            <a:ext cx="2627313" cy="433388"/>
          </a:xfrm>
          <a:solidFill>
            <a:schemeClr val="tx2"/>
          </a:solidFill>
        </p:spPr>
        <p:txBody>
          <a:bodyPr anchor="ctr"/>
          <a:lstStyle>
            <a:lvl1pPr marL="0" indent="0" algn="ctr">
              <a:buNone/>
              <a:defRPr>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57543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de section Bleu Clai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B2066-22E0-5691-6A3A-77F8BD101D06}"/>
              </a:ext>
            </a:extLst>
          </p:cNvPr>
          <p:cNvSpPr>
            <a:spLocks noGrp="1"/>
          </p:cNvSpPr>
          <p:nvPr>
            <p:ph type="title"/>
          </p:nvPr>
        </p:nvSpPr>
        <p:spPr>
          <a:xfrm>
            <a:off x="831850" y="1709738"/>
            <a:ext cx="10515600" cy="2852737"/>
          </a:xfrm>
          <a:solidFill>
            <a:schemeClr val="accent3"/>
          </a:solidFill>
        </p:spPr>
        <p:txBody>
          <a:bodyPr anchor="ctr"/>
          <a:lstStyle>
            <a:lvl1pPr algn="ctr">
              <a:defRPr sz="6000">
                <a:solidFill>
                  <a:schemeClr val="accent1"/>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FE3EAFC6-53D7-6D85-F9FD-DAAB42BA89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428E3C9-816E-7EAE-F0D7-C88A30F00F07}"/>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5" name="Espace réservé du pied de page 4">
            <a:extLst>
              <a:ext uri="{FF2B5EF4-FFF2-40B4-BE49-F238E27FC236}">
                <a16:creationId xmlns:a16="http://schemas.microsoft.com/office/drawing/2014/main" id="{7A3216CC-67F6-136B-EC09-103A9BE54B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4C6675-DAD0-95AD-8CC1-0F64EC9A93E2}"/>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7" name="Rectangle 6">
            <a:extLst>
              <a:ext uri="{FF2B5EF4-FFF2-40B4-BE49-F238E27FC236}">
                <a16:creationId xmlns:a16="http://schemas.microsoft.com/office/drawing/2014/main" id="{6A63E6CF-35F4-E4D6-59CC-8AE4DE558D15}"/>
              </a:ext>
            </a:extLst>
          </p:cNvPr>
          <p:cNvSpPr/>
          <p:nvPr userDrawn="1"/>
        </p:nvSpPr>
        <p:spPr>
          <a:xfrm>
            <a:off x="508883" y="286247"/>
            <a:ext cx="322967" cy="898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8">
            <a:extLst>
              <a:ext uri="{FF2B5EF4-FFF2-40B4-BE49-F238E27FC236}">
                <a16:creationId xmlns:a16="http://schemas.microsoft.com/office/drawing/2014/main" id="{99C43EA1-30EF-B705-73DC-75804CAE7E79}"/>
              </a:ext>
            </a:extLst>
          </p:cNvPr>
          <p:cNvSpPr>
            <a:spLocks noGrp="1"/>
          </p:cNvSpPr>
          <p:nvPr>
            <p:ph type="body" sz="quarter" idx="13"/>
          </p:nvPr>
        </p:nvSpPr>
        <p:spPr>
          <a:xfrm>
            <a:off x="831850" y="1276350"/>
            <a:ext cx="2627313" cy="433388"/>
          </a:xfrm>
          <a:solidFill>
            <a:schemeClr val="tx2"/>
          </a:solidFill>
        </p:spPr>
        <p:txBody>
          <a:bodyPr anchor="ctr"/>
          <a:lstStyle>
            <a:lvl1pPr marL="0" indent="0" algn="ctr">
              <a:buNone/>
              <a:defRPr>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65712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C5A792-0B05-500B-0674-4062ACB9D00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CC8A323-A347-2523-041F-BECE1AA9FB5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4A7EA5F-C967-0E2F-75E3-4EB85162E20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06DBF783-F2FE-100C-E8D9-AEE270E1A935}"/>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6" name="Espace réservé du pied de page 5">
            <a:extLst>
              <a:ext uri="{FF2B5EF4-FFF2-40B4-BE49-F238E27FC236}">
                <a16:creationId xmlns:a16="http://schemas.microsoft.com/office/drawing/2014/main" id="{F2E61F3D-D06C-355B-654D-BFCD0332282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31B5AA5-1F82-63B6-7C7B-D3A3B0760F9A}"/>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47200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A550DB-FF0F-2163-E3AA-75538932F092}"/>
              </a:ext>
            </a:extLst>
          </p:cNvPr>
          <p:cNvSpPr>
            <a:spLocks noGrp="1"/>
          </p:cNvSpPr>
          <p:nvPr>
            <p:ph type="title"/>
          </p:nvPr>
        </p:nvSpPr>
        <p:spPr>
          <a:xfrm>
            <a:off x="838200" y="141403"/>
            <a:ext cx="10515600" cy="1236547"/>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4D067C4-3C58-17D1-BE6D-37F1BB8D075E}"/>
              </a:ext>
            </a:extLst>
          </p:cNvPr>
          <p:cNvSpPr>
            <a:spLocks noGrp="1"/>
          </p:cNvSpPr>
          <p:nvPr>
            <p:ph type="body" idx="1"/>
          </p:nvPr>
        </p:nvSpPr>
        <p:spPr>
          <a:xfrm>
            <a:off x="839788" y="1538045"/>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BB27F74-256D-9162-705B-B6F398F59BD1}"/>
              </a:ext>
            </a:extLst>
          </p:cNvPr>
          <p:cNvSpPr>
            <a:spLocks noGrp="1"/>
          </p:cNvSpPr>
          <p:nvPr>
            <p:ph sz="half" idx="2"/>
          </p:nvPr>
        </p:nvSpPr>
        <p:spPr>
          <a:xfrm>
            <a:off x="839788" y="2361957"/>
            <a:ext cx="5157787" cy="38277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4CF10F7-0479-7CDF-7B76-C4DD98A93007}"/>
              </a:ext>
            </a:extLst>
          </p:cNvPr>
          <p:cNvSpPr>
            <a:spLocks noGrp="1"/>
          </p:cNvSpPr>
          <p:nvPr>
            <p:ph type="body" sz="quarter" idx="3"/>
          </p:nvPr>
        </p:nvSpPr>
        <p:spPr>
          <a:xfrm>
            <a:off x="6172200" y="1538045"/>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FF8EAEB-38A1-7457-B5B5-C0997F23E9E1}"/>
              </a:ext>
            </a:extLst>
          </p:cNvPr>
          <p:cNvSpPr>
            <a:spLocks noGrp="1"/>
          </p:cNvSpPr>
          <p:nvPr>
            <p:ph sz="quarter" idx="4"/>
          </p:nvPr>
        </p:nvSpPr>
        <p:spPr>
          <a:xfrm>
            <a:off x="6172200" y="2361957"/>
            <a:ext cx="5183188" cy="38277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177F34A-629B-8EE9-3322-D05BFF655B71}"/>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8" name="Espace réservé du pied de page 7">
            <a:extLst>
              <a:ext uri="{FF2B5EF4-FFF2-40B4-BE49-F238E27FC236}">
                <a16:creationId xmlns:a16="http://schemas.microsoft.com/office/drawing/2014/main" id="{E3E4AA94-111C-9F4A-162B-59BA961C6E8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B2E77A5-BAD5-1B1C-C249-AF977BAA783B}"/>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3738911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45E89D-BA6F-DBA4-CAC6-D70D4DCBE15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4BD53D8-9B6C-5B5B-0425-17705442359B}"/>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4" name="Espace réservé du pied de page 3">
            <a:extLst>
              <a:ext uri="{FF2B5EF4-FFF2-40B4-BE49-F238E27FC236}">
                <a16:creationId xmlns:a16="http://schemas.microsoft.com/office/drawing/2014/main" id="{59DC8141-6D8B-7347-0519-C3F44D5B60B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98BD1BE-19F9-B0E4-FB1E-E73A5266E141}"/>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333588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BE1CB38-4E2D-D929-5667-D42029E7611C}"/>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3" name="Espace réservé du pied de page 2">
            <a:extLst>
              <a:ext uri="{FF2B5EF4-FFF2-40B4-BE49-F238E27FC236}">
                <a16:creationId xmlns:a16="http://schemas.microsoft.com/office/drawing/2014/main" id="{A9F1A97D-959C-0727-3387-066A38F47C2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A751DAD-A7DC-5593-431F-73E065C88E27}"/>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5" name="Rectangle 4">
            <a:extLst>
              <a:ext uri="{FF2B5EF4-FFF2-40B4-BE49-F238E27FC236}">
                <a16:creationId xmlns:a16="http://schemas.microsoft.com/office/drawing/2014/main" id="{D0B8EC54-DA80-31E2-0D5E-6D9A045AA695}"/>
              </a:ext>
            </a:extLst>
          </p:cNvPr>
          <p:cNvSpPr/>
          <p:nvPr userDrawn="1"/>
        </p:nvSpPr>
        <p:spPr>
          <a:xfrm>
            <a:off x="524786" y="302150"/>
            <a:ext cx="230588" cy="9541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35721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68A2E-BD11-7BE6-04DB-76C1508B73B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D18822A-CE22-3A8E-DD51-1EB57BF4EF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06B3D74-DF80-02B6-1E9F-BAC195DAC6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0118C92-5C72-71ED-1932-CAF2D0B071A7}"/>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6" name="Espace réservé du pied de page 5">
            <a:extLst>
              <a:ext uri="{FF2B5EF4-FFF2-40B4-BE49-F238E27FC236}">
                <a16:creationId xmlns:a16="http://schemas.microsoft.com/office/drawing/2014/main" id="{D61C9EBF-C190-9215-EF70-8EE06A6C9AF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85EC658-C096-62BC-BC9A-83F2BF11FB9D}"/>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33440924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11519A-A302-576E-0F92-397C530D361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4C270A9-9ED2-92EA-B7F0-E94DB5BE06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9B5BF8B-8255-D063-324D-0432BAE0FF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9FA7962-E1FF-B8B5-728F-9EF6842A8E6D}"/>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6" name="Espace réservé du pied de page 5">
            <a:extLst>
              <a:ext uri="{FF2B5EF4-FFF2-40B4-BE49-F238E27FC236}">
                <a16:creationId xmlns:a16="http://schemas.microsoft.com/office/drawing/2014/main" id="{EDD16478-ED51-8A3E-DC7F-66122BD8334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EC183FE-B217-D0E8-133E-41AE40E23841}"/>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132485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A63A06-BAEF-5552-3431-1E149575A1C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219EEF0-B980-3A33-F700-E4343085E52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B65B7FF-EEB3-EFDD-399E-D873340E8B9C}"/>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5" name="Espace réservé du pied de page 4">
            <a:extLst>
              <a:ext uri="{FF2B5EF4-FFF2-40B4-BE49-F238E27FC236}">
                <a16:creationId xmlns:a16="http://schemas.microsoft.com/office/drawing/2014/main" id="{56BC179B-1D59-8B74-E8F4-0AF2A6ED261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924CBC1-E6B6-6757-43C3-0D1943FAFC62}"/>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4144911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B465151-7401-00A8-48D9-5122C2AF458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11F2251-9912-3EC2-CB9A-E131B99604B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6716FA-137D-754C-7F7C-74EE49D0D8ED}"/>
              </a:ext>
            </a:extLst>
          </p:cNvPr>
          <p:cNvSpPr>
            <a:spLocks noGrp="1"/>
          </p:cNvSpPr>
          <p:nvPr>
            <p:ph type="dt" sz="half" idx="10"/>
          </p:nvPr>
        </p:nvSpPr>
        <p:spPr/>
        <p:txBody>
          <a:bodyPr/>
          <a:lstStyle/>
          <a:p>
            <a:fld id="{ECA158B7-8507-4363-B068-E4BAF1FF403D}" type="datetimeFigureOut">
              <a:rPr lang="fr-FR" smtClean="0"/>
              <a:t>05/02/2026</a:t>
            </a:fld>
            <a:endParaRPr lang="fr-FR"/>
          </a:p>
        </p:txBody>
      </p:sp>
      <p:sp>
        <p:nvSpPr>
          <p:cNvPr id="5" name="Espace réservé du pied de page 4">
            <a:extLst>
              <a:ext uri="{FF2B5EF4-FFF2-40B4-BE49-F238E27FC236}">
                <a16:creationId xmlns:a16="http://schemas.microsoft.com/office/drawing/2014/main" id="{34092EBC-BF5D-E08C-8B0E-6A1965A476A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7E201A7-27DC-EF07-B42D-328265CC3F38}"/>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41182085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23645C-9A65-C227-9695-8443CA8B799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0BEE7FD-57E6-6C11-D3FD-3BB7DC44EB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22817CF-FB24-63D5-CC97-81EF5A311DAA}"/>
              </a:ext>
            </a:extLst>
          </p:cNvPr>
          <p:cNvSpPr>
            <a:spLocks noGrp="1"/>
          </p:cNvSpPr>
          <p:nvPr>
            <p:ph type="dt" sz="half" idx="10"/>
          </p:nvPr>
        </p:nvSpPr>
        <p:spPr/>
        <p:txBody>
          <a:bodyPr/>
          <a:lstStyle/>
          <a:p>
            <a:fld id="{051CF39F-B1E9-4175-8FC4-4BF43CC37362}" type="datetimeFigureOut">
              <a:rPr lang="fr-FR" smtClean="0"/>
              <a:t>05/02/2026</a:t>
            </a:fld>
            <a:endParaRPr lang="fr-FR"/>
          </a:p>
        </p:txBody>
      </p:sp>
      <p:sp>
        <p:nvSpPr>
          <p:cNvPr id="5" name="Espace réservé du pied de page 4">
            <a:extLst>
              <a:ext uri="{FF2B5EF4-FFF2-40B4-BE49-F238E27FC236}">
                <a16:creationId xmlns:a16="http://schemas.microsoft.com/office/drawing/2014/main" id="{2ADDEB62-24AE-CE20-77DD-7ACDC926784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2EC831F-3727-B5D0-3A51-F1ECCA859783}"/>
              </a:ext>
            </a:extLst>
          </p:cNvPr>
          <p:cNvSpPr>
            <a:spLocks noGrp="1"/>
          </p:cNvSpPr>
          <p:nvPr>
            <p:ph type="sldNum" sz="quarter" idx="12"/>
          </p:nvPr>
        </p:nvSpPr>
        <p:spPr/>
        <p:txBody>
          <a:bodyPr/>
          <a:lstStyle/>
          <a:p>
            <a:fld id="{F3844A8C-F69D-4D46-B505-7C4DB455CA39}" type="slidenum">
              <a:rPr lang="fr-FR" smtClean="0"/>
              <a:t>‹N°›</a:t>
            </a:fld>
            <a:endParaRPr lang="fr-FR"/>
          </a:p>
        </p:txBody>
      </p:sp>
    </p:spTree>
    <p:extLst>
      <p:ext uri="{BB962C8B-B14F-4D97-AF65-F5344CB8AC3E}">
        <p14:creationId xmlns:p14="http://schemas.microsoft.com/office/powerpoint/2010/main" val="5237281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E050E3-C20F-6205-0014-F9A7B970B33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A053A4B-0913-0233-3F7C-D26E64A4F77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32EDE50-CC82-4D0A-35F6-967EEFC9034A}"/>
              </a:ext>
            </a:extLst>
          </p:cNvPr>
          <p:cNvSpPr>
            <a:spLocks noGrp="1"/>
          </p:cNvSpPr>
          <p:nvPr>
            <p:ph type="dt" sz="half" idx="10"/>
          </p:nvPr>
        </p:nvSpPr>
        <p:spPr/>
        <p:txBody>
          <a:bodyPr/>
          <a:lstStyle/>
          <a:p>
            <a:fld id="{051CF39F-B1E9-4175-8FC4-4BF43CC37362}" type="datetimeFigureOut">
              <a:rPr lang="fr-FR" smtClean="0"/>
              <a:t>05/02/2026</a:t>
            </a:fld>
            <a:endParaRPr lang="fr-FR"/>
          </a:p>
        </p:txBody>
      </p:sp>
      <p:sp>
        <p:nvSpPr>
          <p:cNvPr id="5" name="Espace réservé du pied de page 4">
            <a:extLst>
              <a:ext uri="{FF2B5EF4-FFF2-40B4-BE49-F238E27FC236}">
                <a16:creationId xmlns:a16="http://schemas.microsoft.com/office/drawing/2014/main" id="{285AAB66-4CB4-DEC4-20C8-F85500684AE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8F26CED-DEC3-19CC-2E99-ADA4D4080366}"/>
              </a:ext>
            </a:extLst>
          </p:cNvPr>
          <p:cNvSpPr>
            <a:spLocks noGrp="1"/>
          </p:cNvSpPr>
          <p:nvPr>
            <p:ph type="sldNum" sz="quarter" idx="12"/>
          </p:nvPr>
        </p:nvSpPr>
        <p:spPr/>
        <p:txBody>
          <a:bodyPr/>
          <a:lstStyle/>
          <a:p>
            <a:fld id="{F3844A8C-F69D-4D46-B505-7C4DB455CA39}" type="slidenum">
              <a:rPr lang="fr-FR" smtClean="0"/>
              <a:t>‹N°›</a:t>
            </a:fld>
            <a:endParaRPr lang="fr-FR"/>
          </a:p>
        </p:txBody>
      </p:sp>
    </p:spTree>
    <p:extLst>
      <p:ext uri="{BB962C8B-B14F-4D97-AF65-F5344CB8AC3E}">
        <p14:creationId xmlns:p14="http://schemas.microsoft.com/office/powerpoint/2010/main" val="12847602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9FC037-EAF7-F3BD-E2D9-2BEE3B56609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8E0BD41-EBDA-02FC-4FDE-98972D0993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4C30BC14-E085-3C48-3A7A-14553B16132B}"/>
              </a:ext>
            </a:extLst>
          </p:cNvPr>
          <p:cNvSpPr>
            <a:spLocks noGrp="1"/>
          </p:cNvSpPr>
          <p:nvPr>
            <p:ph type="dt" sz="half" idx="10"/>
          </p:nvPr>
        </p:nvSpPr>
        <p:spPr/>
        <p:txBody>
          <a:bodyPr/>
          <a:lstStyle/>
          <a:p>
            <a:fld id="{051CF39F-B1E9-4175-8FC4-4BF43CC37362}" type="datetimeFigureOut">
              <a:rPr lang="fr-FR" smtClean="0"/>
              <a:t>05/02/2026</a:t>
            </a:fld>
            <a:endParaRPr lang="fr-FR"/>
          </a:p>
        </p:txBody>
      </p:sp>
      <p:sp>
        <p:nvSpPr>
          <p:cNvPr id="5" name="Espace réservé du pied de page 4">
            <a:extLst>
              <a:ext uri="{FF2B5EF4-FFF2-40B4-BE49-F238E27FC236}">
                <a16:creationId xmlns:a16="http://schemas.microsoft.com/office/drawing/2014/main" id="{BCDEF900-5935-B4E8-6F54-93358F1ED10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57CD6BE-8BB6-0D78-74F1-C1AB28DFEAB7}"/>
              </a:ext>
            </a:extLst>
          </p:cNvPr>
          <p:cNvSpPr>
            <a:spLocks noGrp="1"/>
          </p:cNvSpPr>
          <p:nvPr>
            <p:ph type="sldNum" sz="quarter" idx="12"/>
          </p:nvPr>
        </p:nvSpPr>
        <p:spPr/>
        <p:txBody>
          <a:bodyPr/>
          <a:lstStyle/>
          <a:p>
            <a:fld id="{F3844A8C-F69D-4D46-B505-7C4DB455CA39}" type="slidenum">
              <a:rPr lang="fr-FR" smtClean="0"/>
              <a:t>‹N°›</a:t>
            </a:fld>
            <a:endParaRPr lang="fr-FR"/>
          </a:p>
        </p:txBody>
      </p:sp>
    </p:spTree>
    <p:extLst>
      <p:ext uri="{BB962C8B-B14F-4D97-AF65-F5344CB8AC3E}">
        <p14:creationId xmlns:p14="http://schemas.microsoft.com/office/powerpoint/2010/main" val="41772348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902CB4-F4FB-5767-CF0B-E819A153879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1D9F0BE-F05D-1CBB-AE3C-4C43FE94BFD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F13FB0D-5EF7-50FF-8369-6C99CF0D99B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A004B16-FC9E-7F89-505C-7F769B18D257}"/>
              </a:ext>
            </a:extLst>
          </p:cNvPr>
          <p:cNvSpPr>
            <a:spLocks noGrp="1"/>
          </p:cNvSpPr>
          <p:nvPr>
            <p:ph type="dt" sz="half" idx="10"/>
          </p:nvPr>
        </p:nvSpPr>
        <p:spPr/>
        <p:txBody>
          <a:bodyPr/>
          <a:lstStyle/>
          <a:p>
            <a:fld id="{051CF39F-B1E9-4175-8FC4-4BF43CC37362}" type="datetimeFigureOut">
              <a:rPr lang="fr-FR" smtClean="0"/>
              <a:t>05/02/2026</a:t>
            </a:fld>
            <a:endParaRPr lang="fr-FR"/>
          </a:p>
        </p:txBody>
      </p:sp>
      <p:sp>
        <p:nvSpPr>
          <p:cNvPr id="6" name="Espace réservé du pied de page 5">
            <a:extLst>
              <a:ext uri="{FF2B5EF4-FFF2-40B4-BE49-F238E27FC236}">
                <a16:creationId xmlns:a16="http://schemas.microsoft.com/office/drawing/2014/main" id="{5886F841-9E4C-B633-316D-8378D89A5A7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AA6F687-3383-8657-DD37-F8B6A657250C}"/>
              </a:ext>
            </a:extLst>
          </p:cNvPr>
          <p:cNvSpPr>
            <a:spLocks noGrp="1"/>
          </p:cNvSpPr>
          <p:nvPr>
            <p:ph type="sldNum" sz="quarter" idx="12"/>
          </p:nvPr>
        </p:nvSpPr>
        <p:spPr/>
        <p:txBody>
          <a:bodyPr/>
          <a:lstStyle/>
          <a:p>
            <a:fld id="{F3844A8C-F69D-4D46-B505-7C4DB455CA39}" type="slidenum">
              <a:rPr lang="fr-FR" smtClean="0"/>
              <a:t>‹N°›</a:t>
            </a:fld>
            <a:endParaRPr lang="fr-FR"/>
          </a:p>
        </p:txBody>
      </p:sp>
    </p:spTree>
    <p:extLst>
      <p:ext uri="{BB962C8B-B14F-4D97-AF65-F5344CB8AC3E}">
        <p14:creationId xmlns:p14="http://schemas.microsoft.com/office/powerpoint/2010/main" val="3623687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94DFBD-E96A-A141-F646-F03EFE76FFC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ED86685-5AB7-27F6-A6EA-242D8C6281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76FADF3-938D-56EB-7CFD-92D429466EB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5B17B8B-35FE-5B8E-6F47-479753310C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914A16D-D70B-67FB-3DB6-BF9521574DB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E58FF9F-D4BF-EB62-C054-8E57BE7B4D91}"/>
              </a:ext>
            </a:extLst>
          </p:cNvPr>
          <p:cNvSpPr>
            <a:spLocks noGrp="1"/>
          </p:cNvSpPr>
          <p:nvPr>
            <p:ph type="dt" sz="half" idx="10"/>
          </p:nvPr>
        </p:nvSpPr>
        <p:spPr/>
        <p:txBody>
          <a:bodyPr/>
          <a:lstStyle/>
          <a:p>
            <a:fld id="{051CF39F-B1E9-4175-8FC4-4BF43CC37362}" type="datetimeFigureOut">
              <a:rPr lang="fr-FR" smtClean="0"/>
              <a:t>05/02/2026</a:t>
            </a:fld>
            <a:endParaRPr lang="fr-FR"/>
          </a:p>
        </p:txBody>
      </p:sp>
      <p:sp>
        <p:nvSpPr>
          <p:cNvPr id="8" name="Espace réservé du pied de page 7">
            <a:extLst>
              <a:ext uri="{FF2B5EF4-FFF2-40B4-BE49-F238E27FC236}">
                <a16:creationId xmlns:a16="http://schemas.microsoft.com/office/drawing/2014/main" id="{B626FA0A-F394-D235-AB5C-FC54719F029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450EE4D-CE94-9678-5272-70D2BA3CAF40}"/>
              </a:ext>
            </a:extLst>
          </p:cNvPr>
          <p:cNvSpPr>
            <a:spLocks noGrp="1"/>
          </p:cNvSpPr>
          <p:nvPr>
            <p:ph type="sldNum" sz="quarter" idx="12"/>
          </p:nvPr>
        </p:nvSpPr>
        <p:spPr/>
        <p:txBody>
          <a:bodyPr/>
          <a:lstStyle/>
          <a:p>
            <a:fld id="{F3844A8C-F69D-4D46-B505-7C4DB455CA39}" type="slidenum">
              <a:rPr lang="fr-FR" smtClean="0"/>
              <a:t>‹N°›</a:t>
            </a:fld>
            <a:endParaRPr lang="fr-FR"/>
          </a:p>
        </p:txBody>
      </p:sp>
    </p:spTree>
    <p:extLst>
      <p:ext uri="{BB962C8B-B14F-4D97-AF65-F5344CB8AC3E}">
        <p14:creationId xmlns:p14="http://schemas.microsoft.com/office/powerpoint/2010/main" val="39992860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C8E7A5-EF33-1F34-19AB-633229AF4C3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776B4C3-31F6-1A0D-58B4-6359F2ABD393}"/>
              </a:ext>
            </a:extLst>
          </p:cNvPr>
          <p:cNvSpPr>
            <a:spLocks noGrp="1"/>
          </p:cNvSpPr>
          <p:nvPr>
            <p:ph type="dt" sz="half" idx="10"/>
          </p:nvPr>
        </p:nvSpPr>
        <p:spPr/>
        <p:txBody>
          <a:bodyPr/>
          <a:lstStyle/>
          <a:p>
            <a:fld id="{051CF39F-B1E9-4175-8FC4-4BF43CC37362}" type="datetimeFigureOut">
              <a:rPr lang="fr-FR" smtClean="0"/>
              <a:t>05/02/2026</a:t>
            </a:fld>
            <a:endParaRPr lang="fr-FR"/>
          </a:p>
        </p:txBody>
      </p:sp>
      <p:sp>
        <p:nvSpPr>
          <p:cNvPr id="4" name="Espace réservé du pied de page 3">
            <a:extLst>
              <a:ext uri="{FF2B5EF4-FFF2-40B4-BE49-F238E27FC236}">
                <a16:creationId xmlns:a16="http://schemas.microsoft.com/office/drawing/2014/main" id="{DE73D8F7-9532-B232-35DB-6F3EC41C2234}"/>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209F535-D99E-4C2B-9176-551A5EE0EE1B}"/>
              </a:ext>
            </a:extLst>
          </p:cNvPr>
          <p:cNvSpPr>
            <a:spLocks noGrp="1"/>
          </p:cNvSpPr>
          <p:nvPr>
            <p:ph type="sldNum" sz="quarter" idx="12"/>
          </p:nvPr>
        </p:nvSpPr>
        <p:spPr/>
        <p:txBody>
          <a:bodyPr/>
          <a:lstStyle/>
          <a:p>
            <a:fld id="{F3844A8C-F69D-4D46-B505-7C4DB455CA39}" type="slidenum">
              <a:rPr lang="fr-FR" smtClean="0"/>
              <a:t>‹N°›</a:t>
            </a:fld>
            <a:endParaRPr lang="fr-FR"/>
          </a:p>
        </p:txBody>
      </p:sp>
    </p:spTree>
    <p:extLst>
      <p:ext uri="{BB962C8B-B14F-4D97-AF65-F5344CB8AC3E}">
        <p14:creationId xmlns:p14="http://schemas.microsoft.com/office/powerpoint/2010/main" val="38352957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2DD4CF1-5C4D-4098-794B-E89025ECA608}"/>
              </a:ext>
            </a:extLst>
          </p:cNvPr>
          <p:cNvSpPr>
            <a:spLocks noGrp="1"/>
          </p:cNvSpPr>
          <p:nvPr>
            <p:ph type="dt" sz="half" idx="10"/>
          </p:nvPr>
        </p:nvSpPr>
        <p:spPr/>
        <p:txBody>
          <a:bodyPr/>
          <a:lstStyle/>
          <a:p>
            <a:fld id="{051CF39F-B1E9-4175-8FC4-4BF43CC37362}" type="datetimeFigureOut">
              <a:rPr lang="fr-FR" smtClean="0"/>
              <a:t>05/02/2026</a:t>
            </a:fld>
            <a:endParaRPr lang="fr-FR"/>
          </a:p>
        </p:txBody>
      </p:sp>
      <p:sp>
        <p:nvSpPr>
          <p:cNvPr id="3" name="Espace réservé du pied de page 2">
            <a:extLst>
              <a:ext uri="{FF2B5EF4-FFF2-40B4-BE49-F238E27FC236}">
                <a16:creationId xmlns:a16="http://schemas.microsoft.com/office/drawing/2014/main" id="{A6FCF983-37CA-D528-9567-CADDF5DF8E2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D1F6FE5-FBFC-45A1-FA1F-CB6CD3C9EED6}"/>
              </a:ext>
            </a:extLst>
          </p:cNvPr>
          <p:cNvSpPr>
            <a:spLocks noGrp="1"/>
          </p:cNvSpPr>
          <p:nvPr>
            <p:ph type="sldNum" sz="quarter" idx="12"/>
          </p:nvPr>
        </p:nvSpPr>
        <p:spPr/>
        <p:txBody>
          <a:bodyPr/>
          <a:lstStyle/>
          <a:p>
            <a:fld id="{F3844A8C-F69D-4D46-B505-7C4DB455CA39}" type="slidenum">
              <a:rPr lang="fr-FR" smtClean="0"/>
              <a:t>‹N°›</a:t>
            </a:fld>
            <a:endParaRPr lang="fr-FR"/>
          </a:p>
        </p:txBody>
      </p:sp>
    </p:spTree>
    <p:extLst>
      <p:ext uri="{BB962C8B-B14F-4D97-AF65-F5344CB8AC3E}">
        <p14:creationId xmlns:p14="http://schemas.microsoft.com/office/powerpoint/2010/main" val="24020167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2CDD49-5FEA-284A-6B08-48F6D579E52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CE83F5E-A03F-6D3A-833D-C1CE12355B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4BDDC38-C317-82C7-87E5-1C30766706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3751A6B-C6A2-F165-5586-124743233042}"/>
              </a:ext>
            </a:extLst>
          </p:cNvPr>
          <p:cNvSpPr>
            <a:spLocks noGrp="1"/>
          </p:cNvSpPr>
          <p:nvPr>
            <p:ph type="dt" sz="half" idx="10"/>
          </p:nvPr>
        </p:nvSpPr>
        <p:spPr/>
        <p:txBody>
          <a:bodyPr/>
          <a:lstStyle/>
          <a:p>
            <a:fld id="{051CF39F-B1E9-4175-8FC4-4BF43CC37362}" type="datetimeFigureOut">
              <a:rPr lang="fr-FR" smtClean="0"/>
              <a:t>05/02/2026</a:t>
            </a:fld>
            <a:endParaRPr lang="fr-FR"/>
          </a:p>
        </p:txBody>
      </p:sp>
      <p:sp>
        <p:nvSpPr>
          <p:cNvPr id="6" name="Espace réservé du pied de page 5">
            <a:extLst>
              <a:ext uri="{FF2B5EF4-FFF2-40B4-BE49-F238E27FC236}">
                <a16:creationId xmlns:a16="http://schemas.microsoft.com/office/drawing/2014/main" id="{D41ABD04-036F-6915-6D76-2B9A65D0268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6F5A02F-F841-771C-F81E-C4DEAE155F9F}"/>
              </a:ext>
            </a:extLst>
          </p:cNvPr>
          <p:cNvSpPr>
            <a:spLocks noGrp="1"/>
          </p:cNvSpPr>
          <p:nvPr>
            <p:ph type="sldNum" sz="quarter" idx="12"/>
          </p:nvPr>
        </p:nvSpPr>
        <p:spPr/>
        <p:txBody>
          <a:bodyPr/>
          <a:lstStyle/>
          <a:p>
            <a:fld id="{F3844A8C-F69D-4D46-B505-7C4DB455CA39}" type="slidenum">
              <a:rPr lang="fr-FR" smtClean="0"/>
              <a:t>‹N°›</a:t>
            </a:fld>
            <a:endParaRPr lang="fr-FR"/>
          </a:p>
        </p:txBody>
      </p:sp>
    </p:spTree>
    <p:extLst>
      <p:ext uri="{BB962C8B-B14F-4D97-AF65-F5344CB8AC3E}">
        <p14:creationId xmlns:p14="http://schemas.microsoft.com/office/powerpoint/2010/main" val="27467142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5EDF09-EA47-388A-45D3-8651134773E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1FFA188-2C3E-62BC-089B-7AA4F345DB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47CED3A-8C89-8B9F-ECF6-757F692923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11DB89B-2605-6CE3-CD12-35BEDDE9A922}"/>
              </a:ext>
            </a:extLst>
          </p:cNvPr>
          <p:cNvSpPr>
            <a:spLocks noGrp="1"/>
          </p:cNvSpPr>
          <p:nvPr>
            <p:ph type="dt" sz="half" idx="10"/>
          </p:nvPr>
        </p:nvSpPr>
        <p:spPr/>
        <p:txBody>
          <a:bodyPr/>
          <a:lstStyle/>
          <a:p>
            <a:fld id="{051CF39F-B1E9-4175-8FC4-4BF43CC37362}" type="datetimeFigureOut">
              <a:rPr lang="fr-FR" smtClean="0"/>
              <a:t>05/02/2026</a:t>
            </a:fld>
            <a:endParaRPr lang="fr-FR"/>
          </a:p>
        </p:txBody>
      </p:sp>
      <p:sp>
        <p:nvSpPr>
          <p:cNvPr id="6" name="Espace réservé du pied de page 5">
            <a:extLst>
              <a:ext uri="{FF2B5EF4-FFF2-40B4-BE49-F238E27FC236}">
                <a16:creationId xmlns:a16="http://schemas.microsoft.com/office/drawing/2014/main" id="{1BB2F8C2-0E11-D952-AA8F-CF2A80492D7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86F67EC-F5EF-02D1-4167-84C4B753D09D}"/>
              </a:ext>
            </a:extLst>
          </p:cNvPr>
          <p:cNvSpPr>
            <a:spLocks noGrp="1"/>
          </p:cNvSpPr>
          <p:nvPr>
            <p:ph type="sldNum" sz="quarter" idx="12"/>
          </p:nvPr>
        </p:nvSpPr>
        <p:spPr/>
        <p:txBody>
          <a:bodyPr/>
          <a:lstStyle/>
          <a:p>
            <a:fld id="{F3844A8C-F69D-4D46-B505-7C4DB455CA39}" type="slidenum">
              <a:rPr lang="fr-FR" smtClean="0"/>
              <a:t>‹N°›</a:t>
            </a:fld>
            <a:endParaRPr lang="fr-FR"/>
          </a:p>
        </p:txBody>
      </p:sp>
    </p:spTree>
    <p:extLst>
      <p:ext uri="{BB962C8B-B14F-4D97-AF65-F5344CB8AC3E}">
        <p14:creationId xmlns:p14="http://schemas.microsoft.com/office/powerpoint/2010/main" val="34469996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C2957E-ADD2-CEBA-DD05-C311C69E78B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2F5DCB3-09FA-CFF8-3B01-6D88B518644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4CD506A-CBC7-7C44-1312-C4CDE5B07694}"/>
              </a:ext>
            </a:extLst>
          </p:cNvPr>
          <p:cNvSpPr>
            <a:spLocks noGrp="1"/>
          </p:cNvSpPr>
          <p:nvPr>
            <p:ph type="dt" sz="half" idx="10"/>
          </p:nvPr>
        </p:nvSpPr>
        <p:spPr/>
        <p:txBody>
          <a:bodyPr/>
          <a:lstStyle/>
          <a:p>
            <a:fld id="{051CF39F-B1E9-4175-8FC4-4BF43CC37362}" type="datetimeFigureOut">
              <a:rPr lang="fr-FR" smtClean="0"/>
              <a:t>05/02/2026</a:t>
            </a:fld>
            <a:endParaRPr lang="fr-FR"/>
          </a:p>
        </p:txBody>
      </p:sp>
      <p:sp>
        <p:nvSpPr>
          <p:cNvPr id="5" name="Espace réservé du pied de page 4">
            <a:extLst>
              <a:ext uri="{FF2B5EF4-FFF2-40B4-BE49-F238E27FC236}">
                <a16:creationId xmlns:a16="http://schemas.microsoft.com/office/drawing/2014/main" id="{63DAAAD2-30E8-0F18-26B7-1B74746951C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227C402-3384-746B-AD99-1C6013452880}"/>
              </a:ext>
            </a:extLst>
          </p:cNvPr>
          <p:cNvSpPr>
            <a:spLocks noGrp="1"/>
          </p:cNvSpPr>
          <p:nvPr>
            <p:ph type="sldNum" sz="quarter" idx="12"/>
          </p:nvPr>
        </p:nvSpPr>
        <p:spPr/>
        <p:txBody>
          <a:bodyPr/>
          <a:lstStyle/>
          <a:p>
            <a:fld id="{F3844A8C-F69D-4D46-B505-7C4DB455CA39}" type="slidenum">
              <a:rPr lang="fr-FR" smtClean="0"/>
              <a:t>‹N°›</a:t>
            </a:fld>
            <a:endParaRPr lang="fr-FR"/>
          </a:p>
        </p:txBody>
      </p:sp>
    </p:spTree>
    <p:extLst>
      <p:ext uri="{BB962C8B-B14F-4D97-AF65-F5344CB8AC3E}">
        <p14:creationId xmlns:p14="http://schemas.microsoft.com/office/powerpoint/2010/main" val="36669933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DC60356-1375-7891-D390-BFB93541D60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25CD74D-A346-482F-8870-238C55AFB86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44F8663-1EBE-DE66-7533-D59E4FF10D7D}"/>
              </a:ext>
            </a:extLst>
          </p:cNvPr>
          <p:cNvSpPr>
            <a:spLocks noGrp="1"/>
          </p:cNvSpPr>
          <p:nvPr>
            <p:ph type="dt" sz="half" idx="10"/>
          </p:nvPr>
        </p:nvSpPr>
        <p:spPr/>
        <p:txBody>
          <a:bodyPr/>
          <a:lstStyle/>
          <a:p>
            <a:fld id="{051CF39F-B1E9-4175-8FC4-4BF43CC37362}" type="datetimeFigureOut">
              <a:rPr lang="fr-FR" smtClean="0"/>
              <a:t>05/02/2026</a:t>
            </a:fld>
            <a:endParaRPr lang="fr-FR"/>
          </a:p>
        </p:txBody>
      </p:sp>
      <p:sp>
        <p:nvSpPr>
          <p:cNvPr id="5" name="Espace réservé du pied de page 4">
            <a:extLst>
              <a:ext uri="{FF2B5EF4-FFF2-40B4-BE49-F238E27FC236}">
                <a16:creationId xmlns:a16="http://schemas.microsoft.com/office/drawing/2014/main" id="{EF6F5844-658B-8147-6EF3-6301775EF46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A3720D2-FA13-5F94-DC28-5BD80111046C}"/>
              </a:ext>
            </a:extLst>
          </p:cNvPr>
          <p:cNvSpPr>
            <a:spLocks noGrp="1"/>
          </p:cNvSpPr>
          <p:nvPr>
            <p:ph type="sldNum" sz="quarter" idx="12"/>
          </p:nvPr>
        </p:nvSpPr>
        <p:spPr/>
        <p:txBody>
          <a:bodyPr/>
          <a:lstStyle/>
          <a:p>
            <a:fld id="{F3844A8C-F69D-4D46-B505-7C4DB455CA39}" type="slidenum">
              <a:rPr lang="fr-FR" smtClean="0"/>
              <a:t>‹N°›</a:t>
            </a:fld>
            <a:endParaRPr lang="fr-FR"/>
          </a:p>
        </p:txBody>
      </p:sp>
    </p:spTree>
    <p:extLst>
      <p:ext uri="{BB962C8B-B14F-4D97-AF65-F5344CB8AC3E}">
        <p14:creationId xmlns:p14="http://schemas.microsoft.com/office/powerpoint/2010/main" val="17575693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1122363"/>
            <a:ext cx="103632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1" y="3602039"/>
            <a:ext cx="9144000" cy="1655762"/>
          </a:xfrm>
        </p:spPr>
        <p:txBody>
          <a:bodyPr/>
          <a:lstStyle>
            <a:lvl1pPr marL="0" indent="0" algn="ctr">
              <a:buNone/>
              <a:defRPr sz="2400"/>
            </a:lvl1pPr>
            <a:lvl2pPr marL="457203" indent="0" algn="ctr">
              <a:buNone/>
              <a:defRPr sz="2000"/>
            </a:lvl2pPr>
            <a:lvl3pPr marL="914406" indent="0" algn="ctr">
              <a:buNone/>
              <a:defRPr sz="1800"/>
            </a:lvl3pPr>
            <a:lvl4pPr marL="1371609" indent="0" algn="ctr">
              <a:buNone/>
              <a:defRPr sz="1600"/>
            </a:lvl4pPr>
            <a:lvl5pPr marL="1828812" indent="0" algn="ctr">
              <a:buNone/>
              <a:defRPr sz="1600"/>
            </a:lvl5pPr>
            <a:lvl6pPr marL="2286015" indent="0" algn="ctr">
              <a:buNone/>
              <a:defRPr sz="1600"/>
            </a:lvl6pPr>
            <a:lvl7pPr marL="2743218" indent="0" algn="ctr">
              <a:buNone/>
              <a:defRPr sz="1600"/>
            </a:lvl7pPr>
            <a:lvl8pPr marL="3200421" indent="0" algn="ctr">
              <a:buNone/>
              <a:defRPr sz="1600"/>
            </a:lvl8pPr>
            <a:lvl9pPr marL="3657624"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872E98BA-0CDE-4C2C-8804-3B4564A644FA}" type="datetimeFigureOut">
              <a:rPr lang="fr-FR" smtClean="0"/>
              <a:t>05/02/2026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438D118-297C-42FB-97E0-60BDA3D2DD3E}" type="slidenum">
              <a:rPr lang="fr-FR" smtClean="0"/>
              <a:t>‹N°›</a:t>
            </a:fld>
            <a:endParaRPr lang="fr-FR"/>
          </a:p>
        </p:txBody>
      </p:sp>
    </p:spTree>
    <p:extLst>
      <p:ext uri="{BB962C8B-B14F-4D97-AF65-F5344CB8AC3E}">
        <p14:creationId xmlns:p14="http://schemas.microsoft.com/office/powerpoint/2010/main" val="16083867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872E98BA-0CDE-4C2C-8804-3B4564A644FA}" type="datetimeFigureOut">
              <a:rPr lang="fr-FR" smtClean="0"/>
              <a:t>05/02/2026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438D118-297C-42FB-97E0-60BDA3D2DD3E}" type="slidenum">
              <a:rPr lang="fr-FR" smtClean="0"/>
              <a:t>‹N°›</a:t>
            </a:fld>
            <a:endParaRPr lang="fr-FR"/>
          </a:p>
        </p:txBody>
      </p:sp>
    </p:spTree>
    <p:extLst>
      <p:ext uri="{BB962C8B-B14F-4D97-AF65-F5344CB8AC3E}">
        <p14:creationId xmlns:p14="http://schemas.microsoft.com/office/powerpoint/2010/main" val="24891729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3" indent="0">
              <a:buNone/>
              <a:defRPr sz="2000">
                <a:solidFill>
                  <a:schemeClr val="tx1">
                    <a:tint val="82000"/>
                  </a:schemeClr>
                </a:solidFill>
              </a:defRPr>
            </a:lvl2pPr>
            <a:lvl3pPr marL="914406" indent="0">
              <a:buNone/>
              <a:defRPr sz="1800">
                <a:solidFill>
                  <a:schemeClr val="tx1">
                    <a:tint val="82000"/>
                  </a:schemeClr>
                </a:solidFill>
              </a:defRPr>
            </a:lvl3pPr>
            <a:lvl4pPr marL="1371609" indent="0">
              <a:buNone/>
              <a:defRPr sz="1600">
                <a:solidFill>
                  <a:schemeClr val="tx1">
                    <a:tint val="82000"/>
                  </a:schemeClr>
                </a:solidFill>
              </a:defRPr>
            </a:lvl4pPr>
            <a:lvl5pPr marL="1828812" indent="0">
              <a:buNone/>
              <a:defRPr sz="1600">
                <a:solidFill>
                  <a:schemeClr val="tx1">
                    <a:tint val="82000"/>
                  </a:schemeClr>
                </a:solidFill>
              </a:defRPr>
            </a:lvl5pPr>
            <a:lvl6pPr marL="2286015" indent="0">
              <a:buNone/>
              <a:defRPr sz="1600">
                <a:solidFill>
                  <a:schemeClr val="tx1">
                    <a:tint val="82000"/>
                  </a:schemeClr>
                </a:solidFill>
              </a:defRPr>
            </a:lvl6pPr>
            <a:lvl7pPr marL="2743218" indent="0">
              <a:buNone/>
              <a:defRPr sz="1600">
                <a:solidFill>
                  <a:schemeClr val="tx1">
                    <a:tint val="82000"/>
                  </a:schemeClr>
                </a:solidFill>
              </a:defRPr>
            </a:lvl7pPr>
            <a:lvl8pPr marL="3200421" indent="0">
              <a:buNone/>
              <a:defRPr sz="1600">
                <a:solidFill>
                  <a:schemeClr val="tx1">
                    <a:tint val="82000"/>
                  </a:schemeClr>
                </a:solidFill>
              </a:defRPr>
            </a:lvl8pPr>
            <a:lvl9pPr marL="3657624"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72E98BA-0CDE-4C2C-8804-3B4564A644FA}" type="datetimeFigureOut">
              <a:rPr lang="fr-FR" smtClean="0"/>
              <a:t>05/02/2026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438D118-297C-42FB-97E0-60BDA3D2DD3E}" type="slidenum">
              <a:rPr lang="fr-FR" smtClean="0"/>
              <a:t>‹N°›</a:t>
            </a:fld>
            <a:endParaRPr lang="fr-FR"/>
          </a:p>
        </p:txBody>
      </p:sp>
    </p:spTree>
    <p:extLst>
      <p:ext uri="{BB962C8B-B14F-4D97-AF65-F5344CB8AC3E}">
        <p14:creationId xmlns:p14="http://schemas.microsoft.com/office/powerpoint/2010/main" val="28103917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1"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1"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872E98BA-0CDE-4C2C-8804-3B4564A644FA}" type="datetimeFigureOut">
              <a:rPr lang="fr-FR" smtClean="0"/>
              <a:t>05/02/2026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438D118-297C-42FB-97E0-60BDA3D2DD3E}" type="slidenum">
              <a:rPr lang="fr-FR" smtClean="0"/>
              <a:t>‹N°›</a:t>
            </a:fld>
            <a:endParaRPr lang="fr-FR"/>
          </a:p>
        </p:txBody>
      </p:sp>
    </p:spTree>
    <p:extLst>
      <p:ext uri="{BB962C8B-B14F-4D97-AF65-F5344CB8AC3E}">
        <p14:creationId xmlns:p14="http://schemas.microsoft.com/office/powerpoint/2010/main" val="5973338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6"/>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90" y="1681163"/>
            <a:ext cx="5157786" cy="823912"/>
          </a:xfrm>
        </p:spPr>
        <p:txBody>
          <a:bodyPr anchor="b"/>
          <a:lstStyle>
            <a:lvl1pPr marL="0" indent="0">
              <a:buNone/>
              <a:defRPr sz="2400" b="1"/>
            </a:lvl1pPr>
            <a:lvl2pPr marL="457203" indent="0">
              <a:buNone/>
              <a:defRPr sz="2000" b="1"/>
            </a:lvl2pPr>
            <a:lvl3pPr marL="914406" indent="0">
              <a:buNone/>
              <a:defRPr sz="1800" b="1"/>
            </a:lvl3pPr>
            <a:lvl4pPr marL="1371609" indent="0">
              <a:buNone/>
              <a:defRPr sz="1600" b="1"/>
            </a:lvl4pPr>
            <a:lvl5pPr marL="1828812" indent="0">
              <a:buNone/>
              <a:defRPr sz="1600" b="1"/>
            </a:lvl5pPr>
            <a:lvl6pPr marL="2286015" indent="0">
              <a:buNone/>
              <a:defRPr sz="1600" b="1"/>
            </a:lvl6pPr>
            <a:lvl7pPr marL="2743218" indent="0">
              <a:buNone/>
              <a:defRPr sz="1600" b="1"/>
            </a:lvl7pPr>
            <a:lvl8pPr marL="3200421" indent="0">
              <a:buNone/>
              <a:defRPr sz="1600" b="1"/>
            </a:lvl8pPr>
            <a:lvl9pPr marL="3657624"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90" y="2505075"/>
            <a:ext cx="5157786"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3" indent="0">
              <a:buNone/>
              <a:defRPr sz="2000" b="1"/>
            </a:lvl2pPr>
            <a:lvl3pPr marL="914406" indent="0">
              <a:buNone/>
              <a:defRPr sz="1800" b="1"/>
            </a:lvl3pPr>
            <a:lvl4pPr marL="1371609" indent="0">
              <a:buNone/>
              <a:defRPr sz="1600" b="1"/>
            </a:lvl4pPr>
            <a:lvl5pPr marL="1828812" indent="0">
              <a:buNone/>
              <a:defRPr sz="1600" b="1"/>
            </a:lvl5pPr>
            <a:lvl6pPr marL="2286015" indent="0">
              <a:buNone/>
              <a:defRPr sz="1600" b="1"/>
            </a:lvl6pPr>
            <a:lvl7pPr marL="2743218" indent="0">
              <a:buNone/>
              <a:defRPr sz="1600" b="1"/>
            </a:lvl7pPr>
            <a:lvl8pPr marL="3200421" indent="0">
              <a:buNone/>
              <a:defRPr sz="1600" b="1"/>
            </a:lvl8pPr>
            <a:lvl9pPr marL="3657624"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872E98BA-0CDE-4C2C-8804-3B4564A644FA}" type="datetimeFigureOut">
              <a:rPr lang="fr-FR" smtClean="0"/>
              <a:t>05/02/2026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438D118-297C-42FB-97E0-60BDA3D2DD3E}" type="slidenum">
              <a:rPr lang="fr-FR" smtClean="0"/>
              <a:t>‹N°›</a:t>
            </a:fld>
            <a:endParaRPr lang="fr-FR"/>
          </a:p>
        </p:txBody>
      </p:sp>
    </p:spTree>
    <p:extLst>
      <p:ext uri="{BB962C8B-B14F-4D97-AF65-F5344CB8AC3E}">
        <p14:creationId xmlns:p14="http://schemas.microsoft.com/office/powerpoint/2010/main" val="7023826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872E98BA-0CDE-4C2C-8804-3B4564A644FA}" type="datetimeFigureOut">
              <a:rPr lang="fr-FR" smtClean="0"/>
              <a:t>05/02/2026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3438D118-297C-42FB-97E0-60BDA3D2DD3E}" type="slidenum">
              <a:rPr lang="fr-FR" smtClean="0"/>
              <a:t>‹N°›</a:t>
            </a:fld>
            <a:endParaRPr lang="fr-FR"/>
          </a:p>
        </p:txBody>
      </p:sp>
    </p:spTree>
    <p:extLst>
      <p:ext uri="{BB962C8B-B14F-4D97-AF65-F5344CB8AC3E}">
        <p14:creationId xmlns:p14="http://schemas.microsoft.com/office/powerpoint/2010/main" val="32272353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2E98BA-0CDE-4C2C-8804-3B4564A644FA}" type="datetimeFigureOut">
              <a:rPr lang="fr-FR" smtClean="0"/>
              <a:t>05/02/2026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3438D118-297C-42FB-97E0-60BDA3D2DD3E}" type="slidenum">
              <a:rPr lang="fr-FR" smtClean="0"/>
              <a:t>‹N°›</a:t>
            </a:fld>
            <a:endParaRPr lang="fr-FR"/>
          </a:p>
        </p:txBody>
      </p:sp>
    </p:spTree>
    <p:extLst>
      <p:ext uri="{BB962C8B-B14F-4D97-AF65-F5344CB8AC3E}">
        <p14:creationId xmlns:p14="http://schemas.microsoft.com/office/powerpoint/2010/main" val="37303460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Logo ATP">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2E98BA-0CDE-4C2C-8804-3B4564A644FA}" type="datetimeFigureOut">
              <a:rPr lang="fr-FR" smtClean="0"/>
              <a:t>05/02/2026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3438D118-297C-42FB-97E0-60BDA3D2DD3E}" type="slidenum">
              <a:rPr lang="fr-FR" smtClean="0"/>
              <a:t>‹N°›</a:t>
            </a:fld>
            <a:endParaRPr lang="fr-FR"/>
          </a:p>
        </p:txBody>
      </p:sp>
      <p:pic>
        <p:nvPicPr>
          <p:cNvPr id="6" name="Image 5" descr="Une image contenant Graphique, graphisme, Police, conception&#10;&#10;Le contenu généré par l’IA peut être incorrect.">
            <a:extLst>
              <a:ext uri="{FF2B5EF4-FFF2-40B4-BE49-F238E27FC236}">
                <a16:creationId xmlns:a16="http://schemas.microsoft.com/office/drawing/2014/main" id="{A70E6C2E-C528-0EE5-B7A4-B9D734D57C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6976" y="136523"/>
            <a:ext cx="1625684" cy="654084"/>
          </a:xfrm>
          <a:prstGeom prst="rect">
            <a:avLst/>
          </a:prstGeom>
          <a:effectLst>
            <a:glow rad="101600">
              <a:schemeClr val="bg1">
                <a:alpha val="60000"/>
              </a:schemeClr>
            </a:glow>
          </a:effectLst>
        </p:spPr>
      </p:pic>
    </p:spTree>
    <p:extLst>
      <p:ext uri="{BB962C8B-B14F-4D97-AF65-F5344CB8AC3E}">
        <p14:creationId xmlns:p14="http://schemas.microsoft.com/office/powerpoint/2010/main" val="1708913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72E98BA-0CDE-4C2C-8804-3B4564A644FA}" type="datetimeFigureOut">
              <a:rPr lang="fr-FR" smtClean="0"/>
              <a:t>05/02/2026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438D118-297C-42FB-97E0-60BDA3D2DD3E}" type="slidenum">
              <a:rPr lang="fr-FR" smtClean="0"/>
              <a:t>‹N°›</a:t>
            </a:fld>
            <a:endParaRPr lang="fr-FR"/>
          </a:p>
        </p:txBody>
      </p:sp>
    </p:spTree>
    <p:extLst>
      <p:ext uri="{BB962C8B-B14F-4D97-AF65-F5344CB8AC3E}">
        <p14:creationId xmlns:p14="http://schemas.microsoft.com/office/powerpoint/2010/main" val="23876595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3" indent="0">
              <a:buNone/>
              <a:defRPr sz="2800"/>
            </a:lvl2pPr>
            <a:lvl3pPr marL="914406" indent="0">
              <a:buNone/>
              <a:defRPr sz="2400"/>
            </a:lvl3pPr>
            <a:lvl4pPr marL="1371609" indent="0">
              <a:buNone/>
              <a:defRPr sz="2000"/>
            </a:lvl4pPr>
            <a:lvl5pPr marL="1828812" indent="0">
              <a:buNone/>
              <a:defRPr sz="2000"/>
            </a:lvl5pPr>
            <a:lvl6pPr marL="2286015" indent="0">
              <a:buNone/>
              <a:defRPr sz="2000"/>
            </a:lvl6pPr>
            <a:lvl7pPr marL="2743218" indent="0">
              <a:buNone/>
              <a:defRPr sz="2000"/>
            </a:lvl7pPr>
            <a:lvl8pPr marL="3200421" indent="0">
              <a:buNone/>
              <a:defRPr sz="2000"/>
            </a:lvl8pPr>
            <a:lvl9pPr marL="3657624"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72E98BA-0CDE-4C2C-8804-3B4564A644FA}" type="datetimeFigureOut">
              <a:rPr lang="fr-FR" smtClean="0"/>
              <a:t>05/02/2026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438D118-297C-42FB-97E0-60BDA3D2DD3E}" type="slidenum">
              <a:rPr lang="fr-FR" smtClean="0"/>
              <a:t>‹N°›</a:t>
            </a:fld>
            <a:endParaRPr lang="fr-FR"/>
          </a:p>
        </p:txBody>
      </p:sp>
    </p:spTree>
    <p:extLst>
      <p:ext uri="{BB962C8B-B14F-4D97-AF65-F5344CB8AC3E}">
        <p14:creationId xmlns:p14="http://schemas.microsoft.com/office/powerpoint/2010/main" val="4534970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872E98BA-0CDE-4C2C-8804-3B4564A644FA}" type="datetimeFigureOut">
              <a:rPr lang="fr-FR" smtClean="0"/>
              <a:t>05/02/2026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438D118-297C-42FB-97E0-60BDA3D2DD3E}" type="slidenum">
              <a:rPr lang="fr-FR" smtClean="0"/>
              <a:t>‹N°›</a:t>
            </a:fld>
            <a:endParaRPr lang="fr-FR"/>
          </a:p>
        </p:txBody>
      </p:sp>
    </p:spTree>
    <p:extLst>
      <p:ext uri="{BB962C8B-B14F-4D97-AF65-F5344CB8AC3E}">
        <p14:creationId xmlns:p14="http://schemas.microsoft.com/office/powerpoint/2010/main" val="13899248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6"/>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2" y="365126"/>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872E98BA-0CDE-4C2C-8804-3B4564A644FA}" type="datetimeFigureOut">
              <a:rPr lang="fr-FR" smtClean="0"/>
              <a:t>05/02/2026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438D118-297C-42FB-97E0-60BDA3D2DD3E}" type="slidenum">
              <a:rPr lang="fr-FR" smtClean="0"/>
              <a:t>‹N°›</a:t>
            </a:fld>
            <a:endParaRPr lang="fr-FR"/>
          </a:p>
        </p:txBody>
      </p:sp>
    </p:spTree>
    <p:extLst>
      <p:ext uri="{BB962C8B-B14F-4D97-AF65-F5344CB8AC3E}">
        <p14:creationId xmlns:p14="http://schemas.microsoft.com/office/powerpoint/2010/main" val="387871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2.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1D423F7-0FBF-D938-6CFD-6CEFE6BDB5AF}"/>
              </a:ext>
            </a:extLst>
          </p:cNvPr>
          <p:cNvSpPr/>
          <p:nvPr userDrawn="1"/>
        </p:nvSpPr>
        <p:spPr>
          <a:xfrm>
            <a:off x="6769758" y="6678384"/>
            <a:ext cx="5400000" cy="50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u titre 1">
            <a:extLst>
              <a:ext uri="{FF2B5EF4-FFF2-40B4-BE49-F238E27FC236}">
                <a16:creationId xmlns:a16="http://schemas.microsoft.com/office/drawing/2014/main" id="{C412EFCF-850C-E58A-2396-084D576F1146}"/>
              </a:ext>
            </a:extLst>
          </p:cNvPr>
          <p:cNvSpPr>
            <a:spLocks noGrp="1"/>
          </p:cNvSpPr>
          <p:nvPr>
            <p:ph type="title"/>
          </p:nvPr>
        </p:nvSpPr>
        <p:spPr>
          <a:xfrm>
            <a:off x="838200" y="86833"/>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1822B43-B5F6-94C8-DE71-D1AFE2646E8E}"/>
              </a:ext>
            </a:extLst>
          </p:cNvPr>
          <p:cNvSpPr>
            <a:spLocks noGrp="1"/>
          </p:cNvSpPr>
          <p:nvPr>
            <p:ph type="body" idx="1"/>
          </p:nvPr>
        </p:nvSpPr>
        <p:spPr>
          <a:xfrm>
            <a:off x="838200" y="1494845"/>
            <a:ext cx="10515600" cy="468211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63926E5-DD35-907A-B649-F9B478803E23}"/>
              </a:ext>
            </a:extLst>
          </p:cNvPr>
          <p:cNvSpPr>
            <a:spLocks noGrp="1"/>
          </p:cNvSpPr>
          <p:nvPr>
            <p:ph type="dt" sz="half" idx="2"/>
          </p:nvPr>
        </p:nvSpPr>
        <p:spPr>
          <a:xfrm rot="16200000">
            <a:off x="10756598" y="1048036"/>
            <a:ext cx="2461196" cy="365125"/>
          </a:xfrm>
          <a:prstGeom prst="rect">
            <a:avLst/>
          </a:prstGeom>
        </p:spPr>
        <p:txBody>
          <a:bodyPr vert="horz" lIns="91440" tIns="45720" rIns="91440" bIns="45720" rtlCol="0" anchor="ctr"/>
          <a:lstStyle>
            <a:lvl1pPr algn="l">
              <a:defRPr sz="1200">
                <a:solidFill>
                  <a:schemeClr val="accent1"/>
                </a:solidFill>
              </a:defRPr>
            </a:lvl1pPr>
          </a:lstStyle>
          <a:p>
            <a:fld id="{ECA158B7-8507-4363-B068-E4BAF1FF403D}" type="datetimeFigureOut">
              <a:rPr lang="fr-FR" smtClean="0"/>
              <a:pPr/>
              <a:t>05/02/2026</a:t>
            </a:fld>
            <a:endParaRPr lang="fr-FR"/>
          </a:p>
        </p:txBody>
      </p:sp>
      <p:sp>
        <p:nvSpPr>
          <p:cNvPr id="5" name="Espace réservé du pied de page 4">
            <a:extLst>
              <a:ext uri="{FF2B5EF4-FFF2-40B4-BE49-F238E27FC236}">
                <a16:creationId xmlns:a16="http://schemas.microsoft.com/office/drawing/2014/main" id="{23046EE5-E202-A68A-2150-6DDB55D3CECD}"/>
              </a:ext>
            </a:extLst>
          </p:cNvPr>
          <p:cNvSpPr>
            <a:spLocks noGrp="1"/>
          </p:cNvSpPr>
          <p:nvPr>
            <p:ph type="ftr" sz="quarter" idx="3"/>
          </p:nvPr>
        </p:nvSpPr>
        <p:spPr>
          <a:xfrm rot="16200000">
            <a:off x="10060436" y="4352375"/>
            <a:ext cx="3853519" cy="365125"/>
          </a:xfrm>
          <a:prstGeom prst="rect">
            <a:avLst/>
          </a:prstGeom>
        </p:spPr>
        <p:txBody>
          <a:bodyPr vert="horz" lIns="91440" tIns="45720" rIns="91440" bIns="45720" rtlCol="0" anchor="ctr"/>
          <a:lstStyle>
            <a:lvl1pPr algn="l">
              <a:defRPr sz="1200">
                <a:solidFill>
                  <a:schemeClr val="accent1"/>
                </a:solidFill>
              </a:defRPr>
            </a:lvl1pPr>
          </a:lstStyle>
          <a:p>
            <a:endParaRPr lang="fr-FR"/>
          </a:p>
        </p:txBody>
      </p:sp>
      <p:sp>
        <p:nvSpPr>
          <p:cNvPr id="6" name="Espace réservé du numéro de diapositive 5">
            <a:extLst>
              <a:ext uri="{FF2B5EF4-FFF2-40B4-BE49-F238E27FC236}">
                <a16:creationId xmlns:a16="http://schemas.microsoft.com/office/drawing/2014/main" id="{829C786C-020B-24A8-CF7B-2595D249E937}"/>
              </a:ext>
            </a:extLst>
          </p:cNvPr>
          <p:cNvSpPr>
            <a:spLocks noGrp="1"/>
          </p:cNvSpPr>
          <p:nvPr>
            <p:ph type="sldNum" sz="quarter" idx="4"/>
          </p:nvPr>
        </p:nvSpPr>
        <p:spPr>
          <a:xfrm>
            <a:off x="11353800" y="6492875"/>
            <a:ext cx="487136" cy="365125"/>
          </a:xfrm>
          <a:prstGeom prst="rect">
            <a:avLst/>
          </a:prstGeom>
          <a:solidFill>
            <a:schemeClr val="bg1"/>
          </a:solidFill>
        </p:spPr>
        <p:txBody>
          <a:bodyPr vert="horz" lIns="91440" tIns="45720" rIns="91440" bIns="45720" rtlCol="0" anchor="ctr"/>
          <a:lstStyle>
            <a:lvl1pPr algn="r">
              <a:defRPr sz="1200">
                <a:solidFill>
                  <a:schemeClr val="accent1"/>
                </a:solidFill>
              </a:defRPr>
            </a:lvl1pPr>
          </a:lstStyle>
          <a:p>
            <a:fld id="{CB97889E-34D5-43FB-B9E5-AC8A7ED2CA30}" type="slidenum">
              <a:rPr lang="fr-FR" smtClean="0"/>
              <a:pPr/>
              <a:t>‹N°›</a:t>
            </a:fld>
            <a:endParaRPr lang="fr-FR"/>
          </a:p>
        </p:txBody>
      </p:sp>
      <p:pic>
        <p:nvPicPr>
          <p:cNvPr id="8" name="Image 7" descr="Une image contenant Graphique, graphisme, Police, conception&#10;&#10;Description générée automatiquement">
            <a:extLst>
              <a:ext uri="{FF2B5EF4-FFF2-40B4-BE49-F238E27FC236}">
                <a16:creationId xmlns:a16="http://schemas.microsoft.com/office/drawing/2014/main" id="{5360F5E3-E457-A11B-D498-CDE6531FECB1}"/>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5468772" y="6286550"/>
            <a:ext cx="1254456" cy="504723"/>
          </a:xfrm>
          <a:prstGeom prst="rect">
            <a:avLst/>
          </a:prstGeom>
        </p:spPr>
      </p:pic>
      <p:sp>
        <p:nvSpPr>
          <p:cNvPr id="10" name="Rectangle 9">
            <a:extLst>
              <a:ext uri="{FF2B5EF4-FFF2-40B4-BE49-F238E27FC236}">
                <a16:creationId xmlns:a16="http://schemas.microsoft.com/office/drawing/2014/main" id="{519B50D6-4E80-7118-84FF-22CA9C26BB40}"/>
              </a:ext>
            </a:extLst>
          </p:cNvPr>
          <p:cNvSpPr/>
          <p:nvPr userDrawn="1"/>
        </p:nvSpPr>
        <p:spPr>
          <a:xfrm>
            <a:off x="0" y="6678384"/>
            <a:ext cx="5400000" cy="50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8F3027DB-0DD4-77F8-3DEB-49AD0AC9A225}"/>
              </a:ext>
            </a:extLst>
          </p:cNvPr>
          <p:cNvSpPr/>
          <p:nvPr userDrawn="1"/>
        </p:nvSpPr>
        <p:spPr>
          <a:xfrm>
            <a:off x="586233" y="402345"/>
            <a:ext cx="108000" cy="720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964844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EB9EE8C-8851-E14C-AA99-34680BDE16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EC9F330-339D-C28A-6737-91A1C2C5EA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694740D-87FD-C704-9E8B-8FBC53CE3A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051CF39F-B1E9-4175-8FC4-4BF43CC37362}" type="datetimeFigureOut">
              <a:rPr lang="fr-FR" smtClean="0"/>
              <a:pPr/>
              <a:t>05/02/2026</a:t>
            </a:fld>
            <a:endParaRPr lang="fr-FR"/>
          </a:p>
        </p:txBody>
      </p:sp>
      <p:sp>
        <p:nvSpPr>
          <p:cNvPr id="5" name="Espace réservé du pied de page 4">
            <a:extLst>
              <a:ext uri="{FF2B5EF4-FFF2-40B4-BE49-F238E27FC236}">
                <a16:creationId xmlns:a16="http://schemas.microsoft.com/office/drawing/2014/main" id="{085FF309-EE51-06E0-7DF6-E6C1641D31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fr-FR"/>
          </a:p>
        </p:txBody>
      </p:sp>
      <p:sp>
        <p:nvSpPr>
          <p:cNvPr id="6" name="Espace réservé du numéro de diapositive 5">
            <a:extLst>
              <a:ext uri="{FF2B5EF4-FFF2-40B4-BE49-F238E27FC236}">
                <a16:creationId xmlns:a16="http://schemas.microsoft.com/office/drawing/2014/main" id="{C03C4501-7F53-DDDA-353A-77BCC412F2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F3844A8C-F69D-4D46-B505-7C4DB455CA39}" type="slidenum">
              <a:rPr lang="fr-FR" smtClean="0"/>
              <a:pPr/>
              <a:t>‹N°›</a:t>
            </a:fld>
            <a:endParaRPr lang="fr-FR"/>
          </a:p>
        </p:txBody>
      </p:sp>
      <p:pic>
        <p:nvPicPr>
          <p:cNvPr id="8" name="Image 7" descr="Une image contenant Graphique, graphisme, Police, Caractère coloré&#10;&#10;Le contenu généré par l’IA peut être incorrect.">
            <a:extLst>
              <a:ext uri="{FF2B5EF4-FFF2-40B4-BE49-F238E27FC236}">
                <a16:creationId xmlns:a16="http://schemas.microsoft.com/office/drawing/2014/main" id="{A29315E4-0E99-47BF-A149-E56FE916CE5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82149" y="185738"/>
            <a:ext cx="1638673" cy="660550"/>
          </a:xfrm>
          <a:prstGeom prst="rect">
            <a:avLst/>
          </a:prstGeom>
          <a:effectLst>
            <a:glow rad="101600">
              <a:schemeClr val="bg1">
                <a:alpha val="60000"/>
              </a:schemeClr>
            </a:glow>
          </a:effectLst>
        </p:spPr>
      </p:pic>
    </p:spTree>
    <p:extLst>
      <p:ext uri="{BB962C8B-B14F-4D97-AF65-F5344CB8AC3E}">
        <p14:creationId xmlns:p14="http://schemas.microsoft.com/office/powerpoint/2010/main" val="212312542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6"/>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2E98BA-0CDE-4C2C-8804-3B4564A644FA}" type="datetimeFigureOut">
              <a:rPr lang="fr-FR" smtClean="0"/>
              <a:t>05/02/2026</a:t>
            </a:fld>
            <a:endParaRPr lang="fr-FR"/>
          </a:p>
        </p:txBody>
      </p:sp>
      <p:sp>
        <p:nvSpPr>
          <p:cNvPr id="5" name="Footer Placeholder 4"/>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38D118-297C-42FB-97E0-60BDA3D2DD3E}" type="slidenum">
              <a:rPr lang="fr-FR" smtClean="0"/>
              <a:t>‹N°›</a:t>
            </a:fld>
            <a:endParaRPr lang="fr-FR"/>
          </a:p>
        </p:txBody>
      </p:sp>
    </p:spTree>
    <p:extLst>
      <p:ext uri="{BB962C8B-B14F-4D97-AF65-F5344CB8AC3E}">
        <p14:creationId xmlns:p14="http://schemas.microsoft.com/office/powerpoint/2010/main" val="145384887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txStyles>
    <p:titleStyle>
      <a:lvl1pPr algn="l" defTabSz="1007943" rtl="0" eaLnBrk="1" latinLnBrk="0" hangingPunct="1">
        <a:lnSpc>
          <a:spcPct val="90000"/>
        </a:lnSpc>
        <a:spcBef>
          <a:spcPct val="0"/>
        </a:spcBef>
        <a:buNone/>
        <a:defRPr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hemeOverride" Target="../theme/themeOverride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hemeOverride" Target="../theme/themeOverride3.xml"/></Relationships>
</file>

<file path=ppt/slides/_rels/slide13.xml.rels><?xml version="1.0" encoding="UTF-8" standalone="yes"?>
<Relationships xmlns="http://schemas.openxmlformats.org/package/2006/relationships"><Relationship Id="rId8" Type="http://schemas.openxmlformats.org/officeDocument/2006/relationships/hyperlink" Target="https://openclipart.org/detail/48349/warning-sign-by-palomaironique" TargetMode="External"/><Relationship Id="rId3" Type="http://schemas.openxmlformats.org/officeDocument/2006/relationships/diagramLayout" Target="../diagrams/layout1.xml"/><Relationship Id="rId7" Type="http://schemas.openxmlformats.org/officeDocument/2006/relationships/image" Target="../media/image1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openclipart.org/detail/48349/warning-sign-by-palomaironique"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flickr.com/photos/38712296@N07/7670892420/" TargetMode="External"/><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rawpixel.com/search/curriculum?page=1&amp;path=_topics&amp;sort=curated" TargetMode="External"/><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k12.thoughtfullearning.com/minilesson/seeing-emotion-facial-expressions" TargetMode="External"/><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8" Type="http://schemas.openxmlformats.org/officeDocument/2006/relationships/image" Target="../media/image30.svg"/><Relationship Id="rId3" Type="http://schemas.microsoft.com/office/2018/10/relationships/comments" Target="../comments/modernComment_118_EFE0BEC1.xml"/><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3.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FD8C91-6589-7925-17E1-8BAD88EA2175}"/>
              </a:ext>
            </a:extLst>
          </p:cNvPr>
          <p:cNvSpPr>
            <a:spLocks noGrp="1"/>
          </p:cNvSpPr>
          <p:nvPr>
            <p:ph type="ctrTitle"/>
          </p:nvPr>
        </p:nvSpPr>
        <p:spPr>
          <a:xfrm>
            <a:off x="1524000" y="1122362"/>
            <a:ext cx="9144000" cy="3219050"/>
          </a:xfrm>
        </p:spPr>
        <p:txBody>
          <a:bodyPr anchor="b">
            <a:normAutofit/>
          </a:bodyPr>
          <a:lstStyle/>
          <a:p>
            <a:r>
              <a:rPr lang="fr-FR" sz="5100"/>
              <a:t>Les risques</a:t>
            </a:r>
            <a:br>
              <a:rPr lang="fr-FR" sz="5100"/>
            </a:br>
            <a:r>
              <a:rPr lang="fr-FR" sz="5100"/>
              <a:t>Le cadre réglementaire</a:t>
            </a:r>
            <a:br>
              <a:rPr lang="fr-FR" sz="5100"/>
            </a:br>
            <a:r>
              <a:rPr lang="fr-FR" sz="5100"/>
              <a:t>Les obligations de l’entreprise</a:t>
            </a:r>
          </a:p>
        </p:txBody>
      </p:sp>
      <p:sp>
        <p:nvSpPr>
          <p:cNvPr id="3" name="Sous-titre 2">
            <a:extLst>
              <a:ext uri="{FF2B5EF4-FFF2-40B4-BE49-F238E27FC236}">
                <a16:creationId xmlns:a16="http://schemas.microsoft.com/office/drawing/2014/main" id="{154DB4C3-1686-B66C-F0B7-52A98A5B51E9}"/>
              </a:ext>
            </a:extLst>
          </p:cNvPr>
          <p:cNvSpPr>
            <a:spLocks noGrp="1"/>
          </p:cNvSpPr>
          <p:nvPr>
            <p:ph type="subTitle" idx="1"/>
          </p:nvPr>
        </p:nvSpPr>
        <p:spPr>
          <a:xfrm>
            <a:off x="1524000" y="4416830"/>
            <a:ext cx="9144000" cy="759469"/>
          </a:xfrm>
        </p:spPr>
        <p:txBody>
          <a:bodyPr anchor="ctr">
            <a:normAutofit/>
          </a:bodyPr>
          <a:lstStyle/>
          <a:p>
            <a:r>
              <a:rPr lang="fr-FR"/>
              <a:t>Comprendre les enjeux et les meilleures pratiques de l'IA</a:t>
            </a:r>
          </a:p>
        </p:txBody>
      </p:sp>
    </p:spTree>
    <p:extLst>
      <p:ext uri="{BB962C8B-B14F-4D97-AF65-F5344CB8AC3E}">
        <p14:creationId xmlns:p14="http://schemas.microsoft.com/office/powerpoint/2010/main" val="4030560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14C7B6-1313-E5A1-BB3F-007742632B4C}"/>
              </a:ext>
            </a:extLst>
          </p:cNvPr>
          <p:cNvSpPr>
            <a:spLocks noGrp="1"/>
          </p:cNvSpPr>
          <p:nvPr>
            <p:ph type="title"/>
          </p:nvPr>
        </p:nvSpPr>
        <p:spPr>
          <a:xfrm>
            <a:off x="746392" y="164138"/>
            <a:ext cx="10515600" cy="2852737"/>
          </a:xfrm>
          <a:solidFill>
            <a:schemeClr val="accent3"/>
          </a:solidFill>
        </p:spPr>
        <p:txBody>
          <a:bodyPr anchor="ctr">
            <a:normAutofit/>
          </a:bodyPr>
          <a:lstStyle/>
          <a:p>
            <a:r>
              <a:rPr lang="fr-FR"/>
              <a:t>Pourquoi encadrer l’IA ?</a:t>
            </a:r>
          </a:p>
        </p:txBody>
      </p:sp>
      <p:sp>
        <p:nvSpPr>
          <p:cNvPr id="7" name="Text Placeholder 2">
            <a:extLst>
              <a:ext uri="{FF2B5EF4-FFF2-40B4-BE49-F238E27FC236}">
                <a16:creationId xmlns:a16="http://schemas.microsoft.com/office/drawing/2014/main" id="{63E47485-B69E-F8FE-5FFE-EFFFBA24889C}"/>
              </a:ext>
            </a:extLst>
          </p:cNvPr>
          <p:cNvSpPr>
            <a:spLocks noGrp="1"/>
          </p:cNvSpPr>
          <p:nvPr>
            <p:ph type="body" idx="1"/>
          </p:nvPr>
        </p:nvSpPr>
        <p:spPr>
          <a:xfrm>
            <a:off x="746392" y="3621087"/>
            <a:ext cx="10515600" cy="2224236"/>
          </a:xfrm>
        </p:spPr>
        <p:txBody>
          <a:bodyPr/>
          <a:lstStyle/>
          <a:p>
            <a:endParaRPr lang="en-US"/>
          </a:p>
        </p:txBody>
      </p:sp>
      <p:pic>
        <p:nvPicPr>
          <p:cNvPr id="3" name="Espace réservé du contenu 7" descr="Une image contenant plein air, texte, été, vêtements de bain&#10;&#10;Le contenu généré par l’IA peut être incorrect.">
            <a:extLst>
              <a:ext uri="{FF2B5EF4-FFF2-40B4-BE49-F238E27FC236}">
                <a16:creationId xmlns:a16="http://schemas.microsoft.com/office/drawing/2014/main" id="{59E3CBDF-74FE-6DDB-C139-B86BA1FFD8D6}"/>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366564" y="3555698"/>
            <a:ext cx="3296517" cy="2639840"/>
          </a:xfrm>
        </p:spPr>
      </p:pic>
      <p:pic>
        <p:nvPicPr>
          <p:cNvPr id="4" name="Image 3" descr="Une image contenant Graphique, Police, logo, symbole">
            <a:extLst>
              <a:ext uri="{FF2B5EF4-FFF2-40B4-BE49-F238E27FC236}">
                <a16:creationId xmlns:a16="http://schemas.microsoft.com/office/drawing/2014/main" id="{AEFABF4E-407C-341A-A2B7-5CA9752925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2221" y="4171229"/>
            <a:ext cx="4076700" cy="1123950"/>
          </a:xfrm>
          <a:prstGeom prst="rect">
            <a:avLst/>
          </a:prstGeom>
        </p:spPr>
      </p:pic>
      <p:pic>
        <p:nvPicPr>
          <p:cNvPr id="5" name="Image 4" descr="Une image contenant Appareils électroniques, téléphone, Téléphone mobile, Appareil électronique">
            <a:extLst>
              <a:ext uri="{FF2B5EF4-FFF2-40B4-BE49-F238E27FC236}">
                <a16:creationId xmlns:a16="http://schemas.microsoft.com/office/drawing/2014/main" id="{F944ED5C-2AEA-3BEE-39D9-8852A23ED2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96074" y="3218278"/>
            <a:ext cx="3029851" cy="3029851"/>
          </a:xfrm>
          <a:prstGeom prst="rect">
            <a:avLst/>
          </a:prstGeom>
        </p:spPr>
      </p:pic>
      <p:pic>
        <p:nvPicPr>
          <p:cNvPr id="6" name="Espace réservé du contenu 7" descr="Une image contenant plein air, texte, été, vêtements de bain">
            <a:extLst>
              <a:ext uri="{FF2B5EF4-FFF2-40B4-BE49-F238E27FC236}">
                <a16:creationId xmlns:a16="http://schemas.microsoft.com/office/drawing/2014/main" id="{42094937-DC72-1917-B823-8FA14DE8E0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277" y="3356316"/>
            <a:ext cx="3438791" cy="2753773"/>
          </a:xfrm>
          <a:prstGeom prst="rect">
            <a:avLst/>
          </a:prstGeom>
        </p:spPr>
      </p:pic>
    </p:spTree>
    <p:extLst>
      <p:ext uri="{BB962C8B-B14F-4D97-AF65-F5344CB8AC3E}">
        <p14:creationId xmlns:p14="http://schemas.microsoft.com/office/powerpoint/2010/main" val="4538994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63C"/>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51041D81-5832-B8F0-E6BA-F850DA0F805B}"/>
              </a:ext>
            </a:extLst>
          </p:cNvPr>
          <p:cNvSpPr txBox="1"/>
          <p:nvPr/>
        </p:nvSpPr>
        <p:spPr>
          <a:xfrm>
            <a:off x="476250" y="4221732"/>
            <a:ext cx="2489200" cy="1581010"/>
          </a:xfrm>
          <a:prstGeom prst="rect">
            <a:avLst/>
          </a:prstGeom>
          <a:noFill/>
        </p:spPr>
        <p:txBody>
          <a:bodyPr wrap="square">
            <a:spAutoFit/>
          </a:bodyPr>
          <a:lstStyle/>
          <a:p>
            <a:pPr marL="0" marR="0" lvl="0" indent="0" algn="l" defTabSz="914400" rtl="0" eaLnBrk="1" fontAlgn="base" latinLnBrk="0" hangingPunct="1">
              <a:lnSpc>
                <a:spcPct val="80000"/>
              </a:lnSpc>
              <a:spcBef>
                <a:spcPts val="0"/>
              </a:spcBef>
              <a:spcAft>
                <a:spcPts val="0"/>
              </a:spcAft>
              <a:buClrTx/>
              <a:buSzTx/>
              <a:buFontTx/>
              <a:buNone/>
              <a:tabLst/>
              <a:defRPr/>
            </a:pPr>
            <a:r>
              <a:rPr kumimoji="0" lang="fr-FR" sz="24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des dirigeants considèrent leur entreprise mature pour l’IA (</a:t>
            </a:r>
            <a:r>
              <a:rPr kumimoji="0" lang="fr-FR" sz="2400" b="0" i="1"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Salesforce</a:t>
            </a:r>
            <a:r>
              <a:rPr kumimoji="0" lang="fr-FR" sz="24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 </a:t>
            </a:r>
          </a:p>
        </p:txBody>
      </p:sp>
      <p:sp>
        <p:nvSpPr>
          <p:cNvPr id="7" name="ZoneTexte 6">
            <a:extLst>
              <a:ext uri="{FF2B5EF4-FFF2-40B4-BE49-F238E27FC236}">
                <a16:creationId xmlns:a16="http://schemas.microsoft.com/office/drawing/2014/main" id="{0185AE54-B422-0C71-AE98-57CE612C1F12}"/>
              </a:ext>
            </a:extLst>
          </p:cNvPr>
          <p:cNvSpPr txBox="1"/>
          <p:nvPr/>
        </p:nvSpPr>
        <p:spPr>
          <a:xfrm>
            <a:off x="476250" y="2627690"/>
            <a:ext cx="1210588" cy="15696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600" b="0" i="0" u="none" strike="noStrike" kern="1200" cap="none" spc="0" normalizeH="0" baseline="0" noProof="0">
                <a:ln>
                  <a:noFill/>
                </a:ln>
                <a:solidFill>
                  <a:srgbClr val="59B7C8"/>
                </a:solidFill>
                <a:effectLst>
                  <a:outerShdw blurRad="38100" dist="38100" dir="2700000" algn="tl">
                    <a:srgbClr val="000000">
                      <a:alpha val="43137"/>
                    </a:srgbClr>
                  </a:outerShdw>
                </a:effectLst>
                <a:uLnTx/>
                <a:uFillTx/>
                <a:latin typeface="Ace Sans Extrabold" pitchFamily="2" charset="0"/>
                <a:ea typeface="+mn-ea"/>
                <a:cs typeface="+mn-cs"/>
              </a:rPr>
              <a:t>1%</a:t>
            </a:r>
          </a:p>
        </p:txBody>
      </p:sp>
      <p:sp>
        <p:nvSpPr>
          <p:cNvPr id="2" name="ZoneTexte 1">
            <a:extLst>
              <a:ext uri="{FF2B5EF4-FFF2-40B4-BE49-F238E27FC236}">
                <a16:creationId xmlns:a16="http://schemas.microsoft.com/office/drawing/2014/main" id="{07D05565-35EA-2140-F392-BE786DECE934}"/>
              </a:ext>
            </a:extLst>
          </p:cNvPr>
          <p:cNvSpPr txBox="1"/>
          <p:nvPr/>
        </p:nvSpPr>
        <p:spPr>
          <a:xfrm>
            <a:off x="3319332" y="4221732"/>
            <a:ext cx="2397125" cy="1581010"/>
          </a:xfrm>
          <a:prstGeom prst="rect">
            <a:avLst/>
          </a:prstGeom>
          <a:noFill/>
        </p:spPr>
        <p:txBody>
          <a:bodyPr wrap="square">
            <a:spAutoFit/>
          </a:bodyPr>
          <a:lstStyle>
            <a:defPPr>
              <a:defRPr lang="fr-FR"/>
            </a:defPPr>
            <a:lvl1pPr fontAlgn="base">
              <a:lnSpc>
                <a:spcPct val="80000"/>
              </a:lnSpc>
              <a:defRPr sz="2400" b="0" i="0">
                <a:solidFill>
                  <a:schemeClr val="bg1"/>
                </a:solidFill>
                <a:effectLst/>
                <a:latin typeface="Aptos" panose="020B0004020202020204" pitchFamily="34" charset="0"/>
              </a:defRPr>
            </a:lvl1pPr>
          </a:lstStyle>
          <a:p>
            <a:pPr marL="0" marR="0" lvl="0" indent="0" algn="l" defTabSz="914400" rtl="0" eaLnBrk="1" fontAlgn="base" latinLnBrk="0" hangingPunct="1">
              <a:lnSpc>
                <a:spcPct val="80000"/>
              </a:lnSpc>
              <a:spcBef>
                <a:spcPts val="0"/>
              </a:spcBef>
              <a:spcAft>
                <a:spcPts val="0"/>
              </a:spcAft>
              <a:buClrTx/>
              <a:buSzTx/>
              <a:buFontTx/>
              <a:buNone/>
              <a:tabLst/>
              <a:defRPr/>
            </a:pPr>
            <a:r>
              <a:rPr kumimoji="0" lang="fr-FR" sz="24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plus d’employés utilisent l’IA générative que ce que pensent les managers </a:t>
            </a:r>
          </a:p>
        </p:txBody>
      </p:sp>
      <p:sp>
        <p:nvSpPr>
          <p:cNvPr id="4" name="ZoneTexte 3">
            <a:extLst>
              <a:ext uri="{FF2B5EF4-FFF2-40B4-BE49-F238E27FC236}">
                <a16:creationId xmlns:a16="http://schemas.microsoft.com/office/drawing/2014/main" id="{93D87523-9182-528F-641C-F940DC0B0FCB}"/>
              </a:ext>
            </a:extLst>
          </p:cNvPr>
          <p:cNvSpPr txBox="1"/>
          <p:nvPr/>
        </p:nvSpPr>
        <p:spPr>
          <a:xfrm>
            <a:off x="3319332" y="2627690"/>
            <a:ext cx="1293944"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600" b="0" i="0" u="none" strike="noStrike" kern="1200" cap="none" spc="0" normalizeH="0" baseline="0" noProof="0">
                <a:ln>
                  <a:noFill/>
                </a:ln>
                <a:solidFill>
                  <a:srgbClr val="59B7C8"/>
                </a:solidFill>
                <a:effectLst>
                  <a:outerShdw blurRad="38100" dist="38100" dir="2700000" algn="tl">
                    <a:srgbClr val="000000">
                      <a:alpha val="43137"/>
                    </a:srgbClr>
                  </a:outerShdw>
                </a:effectLst>
                <a:uLnTx/>
                <a:uFillTx/>
                <a:latin typeface="Ace Sans Extrabold" pitchFamily="2" charset="0"/>
                <a:ea typeface="+mn-ea"/>
                <a:cs typeface="+mn-cs"/>
              </a:rPr>
              <a:t>3</a:t>
            </a:r>
            <a:r>
              <a:rPr kumimoji="0" lang="fr-FR" sz="4400" b="0" i="0" u="none" strike="noStrike" kern="1200" cap="none" spc="0" normalizeH="0" baseline="0" noProof="0">
                <a:ln>
                  <a:noFill/>
                </a:ln>
                <a:solidFill>
                  <a:srgbClr val="59B7C8"/>
                </a:solidFill>
                <a:effectLst>
                  <a:outerShdw blurRad="38100" dist="38100" dir="2700000" algn="tl">
                    <a:srgbClr val="000000">
                      <a:alpha val="43137"/>
                    </a:srgbClr>
                  </a:outerShdw>
                </a:effectLst>
                <a:uLnTx/>
                <a:uFillTx/>
                <a:latin typeface="Ace Sans Extrabold" pitchFamily="2" charset="0"/>
                <a:ea typeface="+mn-ea"/>
                <a:cs typeface="+mn-cs"/>
              </a:rPr>
              <a:t>x</a:t>
            </a:r>
            <a:endParaRPr kumimoji="0" lang="fr-FR" sz="9600" b="0" i="0" u="none" strike="noStrike" kern="1200" cap="none" spc="0" normalizeH="0" baseline="0" noProof="0">
              <a:ln>
                <a:noFill/>
              </a:ln>
              <a:solidFill>
                <a:srgbClr val="59B7C8"/>
              </a:solidFill>
              <a:effectLst>
                <a:outerShdw blurRad="38100" dist="38100" dir="2700000" algn="tl">
                  <a:srgbClr val="000000">
                    <a:alpha val="43137"/>
                  </a:srgbClr>
                </a:outerShdw>
              </a:effectLst>
              <a:uLnTx/>
              <a:uFillTx/>
              <a:latin typeface="Ace Sans Extrabold" pitchFamily="2" charset="0"/>
              <a:ea typeface="+mn-ea"/>
              <a:cs typeface="+mn-cs"/>
            </a:endParaRPr>
          </a:p>
        </p:txBody>
      </p:sp>
      <p:sp>
        <p:nvSpPr>
          <p:cNvPr id="5" name="ZoneTexte 4">
            <a:extLst>
              <a:ext uri="{FF2B5EF4-FFF2-40B4-BE49-F238E27FC236}">
                <a16:creationId xmlns:a16="http://schemas.microsoft.com/office/drawing/2014/main" id="{547E538D-4B51-EFC7-1752-C896E3F959CC}"/>
              </a:ext>
            </a:extLst>
          </p:cNvPr>
          <p:cNvSpPr txBox="1"/>
          <p:nvPr/>
        </p:nvSpPr>
        <p:spPr>
          <a:xfrm>
            <a:off x="6519741" y="4237206"/>
            <a:ext cx="2109909" cy="1285545"/>
          </a:xfrm>
          <a:prstGeom prst="rect">
            <a:avLst/>
          </a:prstGeom>
          <a:noFill/>
        </p:spPr>
        <p:txBody>
          <a:bodyPr wrap="square">
            <a:spAutoFit/>
          </a:bodyPr>
          <a:lstStyle>
            <a:defPPr>
              <a:defRPr lang="fr-FR"/>
            </a:defPPr>
            <a:lvl1pPr fontAlgn="base">
              <a:lnSpc>
                <a:spcPct val="80000"/>
              </a:lnSpc>
              <a:defRPr sz="2400" b="0" i="0">
                <a:solidFill>
                  <a:schemeClr val="bg1"/>
                </a:solidFill>
                <a:effectLst/>
                <a:latin typeface="Aptos" panose="020B0004020202020204" pitchFamily="34" charset="0"/>
              </a:defRPr>
            </a:lvl1pPr>
          </a:lstStyle>
          <a:p>
            <a:pPr marL="0" marR="0" lvl="0" indent="0" algn="l" defTabSz="914400" rtl="0" eaLnBrk="1" fontAlgn="base" latinLnBrk="0" hangingPunct="1">
              <a:lnSpc>
                <a:spcPct val="80000"/>
              </a:lnSpc>
              <a:spcBef>
                <a:spcPts val="0"/>
              </a:spcBef>
              <a:spcAft>
                <a:spcPts val="0"/>
              </a:spcAft>
              <a:buClrTx/>
              <a:buSzTx/>
              <a:buFontTx/>
              <a:buNone/>
              <a:tabLst/>
              <a:defRPr/>
            </a:pPr>
            <a:r>
              <a:rPr kumimoji="0" lang="fr-FR" sz="24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des employés n’ont reçu aucune formation </a:t>
            </a:r>
          </a:p>
        </p:txBody>
      </p:sp>
      <p:sp>
        <p:nvSpPr>
          <p:cNvPr id="6" name="ZoneTexte 5">
            <a:extLst>
              <a:ext uri="{FF2B5EF4-FFF2-40B4-BE49-F238E27FC236}">
                <a16:creationId xmlns:a16="http://schemas.microsoft.com/office/drawing/2014/main" id="{D2BDF1DC-AC55-82B8-F69B-00E537479EBB}"/>
              </a:ext>
            </a:extLst>
          </p:cNvPr>
          <p:cNvSpPr txBox="1"/>
          <p:nvPr/>
        </p:nvSpPr>
        <p:spPr>
          <a:xfrm>
            <a:off x="6519741" y="2627690"/>
            <a:ext cx="2292615" cy="1569660"/>
          </a:xfrm>
          <a:prstGeom prst="rect">
            <a:avLst/>
          </a:prstGeom>
          <a:noFill/>
        </p:spPr>
        <p:txBody>
          <a:bodyPr wrap="none" rtlCol="0">
            <a:spAutoFit/>
          </a:bodyPr>
          <a:lstStyle>
            <a:defPPr>
              <a:defRPr lang="fr-FR"/>
            </a:defPPr>
            <a:lvl1pPr>
              <a:defRPr sz="9600">
                <a:solidFill>
                  <a:schemeClr val="bg1"/>
                </a:solidFill>
                <a:latin typeface="Ace Sans Extrabold"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600" b="0" i="0" u="none" strike="noStrike" kern="1200" cap="none" spc="0" normalizeH="0" baseline="0" noProof="0">
                <a:ln>
                  <a:noFill/>
                </a:ln>
                <a:solidFill>
                  <a:srgbClr val="59B7C8"/>
                </a:solidFill>
                <a:effectLst>
                  <a:outerShdw blurRad="38100" dist="38100" dir="2700000" algn="tl">
                    <a:srgbClr val="000000">
                      <a:alpha val="43137"/>
                    </a:srgbClr>
                  </a:outerShdw>
                </a:effectLst>
                <a:uLnTx/>
                <a:uFillTx/>
                <a:latin typeface="Ace Sans Extrabold" pitchFamily="2" charset="0"/>
                <a:ea typeface="+mn-ea"/>
                <a:cs typeface="+mn-cs"/>
              </a:rPr>
              <a:t>79%</a:t>
            </a:r>
          </a:p>
        </p:txBody>
      </p:sp>
      <p:sp>
        <p:nvSpPr>
          <p:cNvPr id="10" name="ZoneTexte 9">
            <a:extLst>
              <a:ext uri="{FF2B5EF4-FFF2-40B4-BE49-F238E27FC236}">
                <a16:creationId xmlns:a16="http://schemas.microsoft.com/office/drawing/2014/main" id="{0AC700B7-10BC-22A2-308C-3E3DE741A9EB}"/>
              </a:ext>
            </a:extLst>
          </p:cNvPr>
          <p:cNvSpPr txBox="1"/>
          <p:nvPr/>
        </p:nvSpPr>
        <p:spPr>
          <a:xfrm>
            <a:off x="9873350" y="4237206"/>
            <a:ext cx="1842400" cy="1285545"/>
          </a:xfrm>
          <a:prstGeom prst="rect">
            <a:avLst/>
          </a:prstGeom>
          <a:noFill/>
        </p:spPr>
        <p:txBody>
          <a:bodyPr wrap="square">
            <a:spAutoFit/>
          </a:bodyPr>
          <a:lstStyle>
            <a:defPPr>
              <a:defRPr lang="fr-FR"/>
            </a:defPPr>
            <a:lvl1pPr fontAlgn="base">
              <a:lnSpc>
                <a:spcPct val="80000"/>
              </a:lnSpc>
              <a:defRPr sz="2400" b="0" i="0">
                <a:solidFill>
                  <a:schemeClr val="bg1"/>
                </a:solidFill>
                <a:effectLst/>
                <a:latin typeface="Aptos" panose="020B0004020202020204" pitchFamily="34" charset="0"/>
              </a:defRPr>
            </a:lvl1pPr>
          </a:lstStyle>
          <a:p>
            <a:pPr marL="0" marR="0" lvl="0" indent="0" algn="l" defTabSz="914400" rtl="0" eaLnBrk="1" fontAlgn="base" latinLnBrk="0" hangingPunct="1">
              <a:lnSpc>
                <a:spcPct val="80000"/>
              </a:lnSpc>
              <a:spcBef>
                <a:spcPts val="0"/>
              </a:spcBef>
              <a:spcAft>
                <a:spcPts val="0"/>
              </a:spcAft>
              <a:buClrTx/>
              <a:buSzTx/>
              <a:buFontTx/>
              <a:buNone/>
              <a:tabLst/>
              <a:defRPr/>
            </a:pPr>
            <a:r>
              <a:rPr kumimoji="0" lang="fr-FR" sz="24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nouvelles plateformes d’IA sortent par jour </a:t>
            </a:r>
          </a:p>
        </p:txBody>
      </p:sp>
      <p:sp>
        <p:nvSpPr>
          <p:cNvPr id="13" name="ZoneTexte 12">
            <a:extLst>
              <a:ext uri="{FF2B5EF4-FFF2-40B4-BE49-F238E27FC236}">
                <a16:creationId xmlns:a16="http://schemas.microsoft.com/office/drawing/2014/main" id="{50F3285C-F46E-A5BC-C56E-CC631AB445B2}"/>
              </a:ext>
            </a:extLst>
          </p:cNvPr>
          <p:cNvSpPr txBox="1"/>
          <p:nvPr/>
        </p:nvSpPr>
        <p:spPr>
          <a:xfrm>
            <a:off x="9873350" y="2627690"/>
            <a:ext cx="963725" cy="1569660"/>
          </a:xfrm>
          <a:prstGeom prst="rect">
            <a:avLst/>
          </a:prstGeom>
          <a:noFill/>
        </p:spPr>
        <p:txBody>
          <a:bodyPr wrap="none" rtlCol="0">
            <a:spAutoFit/>
          </a:bodyPr>
          <a:lstStyle>
            <a:defPPr>
              <a:defRPr lang="fr-FR"/>
            </a:defPPr>
            <a:lvl1pPr>
              <a:defRPr sz="9600">
                <a:solidFill>
                  <a:schemeClr val="bg1"/>
                </a:solidFill>
                <a:latin typeface="Ace Sans Extrabold"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600" b="0" i="0" u="none" strike="noStrike" kern="1200" cap="none" spc="0" normalizeH="0" baseline="0" noProof="0">
                <a:ln>
                  <a:noFill/>
                </a:ln>
                <a:solidFill>
                  <a:srgbClr val="59B7C8"/>
                </a:solidFill>
                <a:effectLst>
                  <a:outerShdw blurRad="38100" dist="38100" dir="2700000" algn="tl">
                    <a:srgbClr val="000000">
                      <a:alpha val="43137"/>
                    </a:srgbClr>
                  </a:outerShdw>
                </a:effectLst>
                <a:uLnTx/>
                <a:uFillTx/>
                <a:latin typeface="Ace Sans Extrabold" pitchFamily="2" charset="0"/>
                <a:ea typeface="+mn-ea"/>
                <a:cs typeface="+mn-cs"/>
              </a:rPr>
              <a:t>2</a:t>
            </a:r>
          </a:p>
        </p:txBody>
      </p:sp>
      <p:sp>
        <p:nvSpPr>
          <p:cNvPr id="9" name="ZoneTexte 8">
            <a:extLst>
              <a:ext uri="{FF2B5EF4-FFF2-40B4-BE49-F238E27FC236}">
                <a16:creationId xmlns:a16="http://schemas.microsoft.com/office/drawing/2014/main" id="{629AF804-5BD6-A491-514C-47A9B9884647}"/>
              </a:ext>
            </a:extLst>
          </p:cNvPr>
          <p:cNvSpPr txBox="1"/>
          <p:nvPr/>
        </p:nvSpPr>
        <p:spPr>
          <a:xfrm>
            <a:off x="2965450" y="1481083"/>
            <a:ext cx="6711696" cy="769441"/>
          </a:xfrm>
          <a:prstGeom prst="rect">
            <a:avLst/>
          </a:prstGeom>
          <a:noFill/>
        </p:spPr>
        <p:txBody>
          <a:bodyPr wrap="square" rtlCol="0">
            <a:spAutoFit/>
          </a:bodyPr>
          <a:lstStyle/>
          <a:p>
            <a:r>
              <a:rPr lang="fr-FR" sz="4400">
                <a:solidFill>
                  <a:srgbClr val="E10980"/>
                </a:solidFill>
              </a:rPr>
              <a:t>Et pourtant aujourd’hui </a:t>
            </a:r>
            <a:r>
              <a:rPr lang="fr-FR" sz="4400">
                <a:solidFill>
                  <a:schemeClr val="accent3"/>
                </a:solidFill>
              </a:rPr>
              <a:t>:</a:t>
            </a:r>
          </a:p>
        </p:txBody>
      </p:sp>
      <p:pic>
        <p:nvPicPr>
          <p:cNvPr id="14" name="Image 13">
            <a:extLst>
              <a:ext uri="{FF2B5EF4-FFF2-40B4-BE49-F238E27FC236}">
                <a16:creationId xmlns:a16="http://schemas.microsoft.com/office/drawing/2014/main" id="{E4279DE9-3B94-44EB-6027-8744E5DB7650}"/>
              </a:ext>
            </a:extLst>
          </p:cNvPr>
          <p:cNvPicPr>
            <a:picLocks noChangeAspect="1"/>
          </p:cNvPicPr>
          <p:nvPr/>
        </p:nvPicPr>
        <p:blipFill>
          <a:blip r:embed="rId3"/>
          <a:stretch>
            <a:fillRect/>
          </a:stretch>
        </p:blipFill>
        <p:spPr>
          <a:xfrm>
            <a:off x="419100" y="184151"/>
            <a:ext cx="429901" cy="1296932"/>
          </a:xfrm>
          <a:prstGeom prst="rect">
            <a:avLst/>
          </a:prstGeom>
        </p:spPr>
      </p:pic>
      <p:pic>
        <p:nvPicPr>
          <p:cNvPr id="16" name="Image 15">
            <a:extLst>
              <a:ext uri="{FF2B5EF4-FFF2-40B4-BE49-F238E27FC236}">
                <a16:creationId xmlns:a16="http://schemas.microsoft.com/office/drawing/2014/main" id="{CA5F2487-D066-E864-CD5F-E7449159D017}"/>
              </a:ext>
            </a:extLst>
          </p:cNvPr>
          <p:cNvPicPr>
            <a:picLocks noChangeAspect="1"/>
          </p:cNvPicPr>
          <p:nvPr/>
        </p:nvPicPr>
        <p:blipFill>
          <a:blip r:embed="rId3"/>
          <a:stretch>
            <a:fillRect/>
          </a:stretch>
        </p:blipFill>
        <p:spPr>
          <a:xfrm>
            <a:off x="5322164" y="5618001"/>
            <a:ext cx="1548536" cy="1171739"/>
          </a:xfrm>
          <a:prstGeom prst="rect">
            <a:avLst/>
          </a:prstGeom>
        </p:spPr>
      </p:pic>
      <p:pic>
        <p:nvPicPr>
          <p:cNvPr id="11" name="Image 10" descr="Une image contenant Graphique, Police, graphisme, logo&#10;&#10;Le contenu généré par l’IA peut être incorrect.">
            <a:extLst>
              <a:ext uri="{FF2B5EF4-FFF2-40B4-BE49-F238E27FC236}">
                <a16:creationId xmlns:a16="http://schemas.microsoft.com/office/drawing/2014/main" id="{E84AC5AE-0341-8616-B184-D55EB97ED7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250" y="532179"/>
            <a:ext cx="2358441" cy="948904"/>
          </a:xfrm>
          <a:prstGeom prst="rect">
            <a:avLst/>
          </a:prstGeom>
        </p:spPr>
      </p:pic>
    </p:spTree>
    <p:extLst>
      <p:ext uri="{BB962C8B-B14F-4D97-AF65-F5344CB8AC3E}">
        <p14:creationId xmlns:p14="http://schemas.microsoft.com/office/powerpoint/2010/main" val="3902212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750"/>
                                        <p:tgtEl>
                                          <p:spTgt spid="7"/>
                                        </p:tgtEl>
                                      </p:cBhvr>
                                    </p:animEffect>
                                  </p:childTnLst>
                                </p:cTn>
                              </p:par>
                            </p:childTnLst>
                          </p:cTn>
                        </p:par>
                        <p:par>
                          <p:cTn id="8" fill="hold">
                            <p:stCondLst>
                              <p:cond delay="1000"/>
                            </p:stCondLst>
                            <p:childTnLst>
                              <p:par>
                                <p:cTn id="9" presetID="22" presetClass="entr" presetSubtype="1" fill="hold" grpId="0" nodeType="afterEffect">
                                  <p:stCondLst>
                                    <p:cond delay="25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750"/>
                                        <p:tgtEl>
                                          <p:spTgt spid="3"/>
                                        </p:tgtEl>
                                      </p:cBhvr>
                                    </p:animEffect>
                                  </p:childTnLst>
                                </p:cTn>
                              </p:par>
                            </p:childTnLst>
                          </p:cTn>
                        </p:par>
                        <p:par>
                          <p:cTn id="12" fill="hold">
                            <p:stCondLst>
                              <p:cond delay="2000"/>
                            </p:stCondLst>
                            <p:childTnLst>
                              <p:par>
                                <p:cTn id="13" presetID="22" presetClass="entr" presetSubtype="8" fill="hold" grpId="0" nodeType="afterEffect">
                                  <p:stCondLst>
                                    <p:cond delay="25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750"/>
                                        <p:tgtEl>
                                          <p:spTgt spid="4"/>
                                        </p:tgtEl>
                                      </p:cBhvr>
                                    </p:animEffect>
                                  </p:childTnLst>
                                </p:cTn>
                              </p:par>
                            </p:childTnLst>
                          </p:cTn>
                        </p:par>
                        <p:par>
                          <p:cTn id="16" fill="hold">
                            <p:stCondLst>
                              <p:cond delay="3000"/>
                            </p:stCondLst>
                            <p:childTnLst>
                              <p:par>
                                <p:cTn id="17" presetID="22" presetClass="entr" presetSubtype="1" fill="hold" grpId="0" nodeType="afterEffect">
                                  <p:stCondLst>
                                    <p:cond delay="25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750"/>
                                        <p:tgtEl>
                                          <p:spTgt spid="2"/>
                                        </p:tgtEl>
                                      </p:cBhvr>
                                    </p:animEffect>
                                  </p:childTnLst>
                                </p:cTn>
                              </p:par>
                            </p:childTnLst>
                          </p:cTn>
                        </p:par>
                        <p:par>
                          <p:cTn id="20" fill="hold">
                            <p:stCondLst>
                              <p:cond delay="4000"/>
                            </p:stCondLst>
                            <p:childTnLst>
                              <p:par>
                                <p:cTn id="21" presetID="22" presetClass="entr" presetSubtype="8" fill="hold" grpId="0" nodeType="afterEffect">
                                  <p:stCondLst>
                                    <p:cond delay="25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750"/>
                                        <p:tgtEl>
                                          <p:spTgt spid="6"/>
                                        </p:tgtEl>
                                      </p:cBhvr>
                                    </p:animEffect>
                                  </p:childTnLst>
                                </p:cTn>
                              </p:par>
                            </p:childTnLst>
                          </p:cTn>
                        </p:par>
                        <p:par>
                          <p:cTn id="24" fill="hold">
                            <p:stCondLst>
                              <p:cond delay="5000"/>
                            </p:stCondLst>
                            <p:childTnLst>
                              <p:par>
                                <p:cTn id="25" presetID="22" presetClass="entr" presetSubtype="1" fill="hold" grpId="0" nodeType="afterEffect">
                                  <p:stCondLst>
                                    <p:cond delay="25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750"/>
                                        <p:tgtEl>
                                          <p:spTgt spid="5"/>
                                        </p:tgtEl>
                                      </p:cBhvr>
                                    </p:animEffect>
                                  </p:childTnLst>
                                </p:cTn>
                              </p:par>
                            </p:childTnLst>
                          </p:cTn>
                        </p:par>
                        <p:par>
                          <p:cTn id="28" fill="hold">
                            <p:stCondLst>
                              <p:cond delay="6000"/>
                            </p:stCondLst>
                            <p:childTnLst>
                              <p:par>
                                <p:cTn id="29" presetID="22" presetClass="entr" presetSubtype="8" fill="hold" grpId="0" nodeType="afterEffect">
                                  <p:stCondLst>
                                    <p:cond delay="25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750"/>
                                        <p:tgtEl>
                                          <p:spTgt spid="13"/>
                                        </p:tgtEl>
                                      </p:cBhvr>
                                    </p:animEffect>
                                  </p:childTnLst>
                                </p:cTn>
                              </p:par>
                            </p:childTnLst>
                          </p:cTn>
                        </p:par>
                        <p:par>
                          <p:cTn id="32" fill="hold">
                            <p:stCondLst>
                              <p:cond delay="7000"/>
                            </p:stCondLst>
                            <p:childTnLst>
                              <p:par>
                                <p:cTn id="33" presetID="22" presetClass="entr" presetSubtype="1" fill="hold" grpId="0" nodeType="afterEffect">
                                  <p:stCondLst>
                                    <p:cond delay="250"/>
                                  </p:stCondLst>
                                  <p:childTnLst>
                                    <p:set>
                                      <p:cBhvr>
                                        <p:cTn id="34" dur="1" fill="hold">
                                          <p:stCondLst>
                                            <p:cond delay="0"/>
                                          </p:stCondLst>
                                        </p:cTn>
                                        <p:tgtEl>
                                          <p:spTgt spid="10"/>
                                        </p:tgtEl>
                                        <p:attrNameLst>
                                          <p:attrName>style.visibility</p:attrName>
                                        </p:attrNameLst>
                                      </p:cBhvr>
                                      <p:to>
                                        <p:strVal val="visible"/>
                                      </p:to>
                                    </p:set>
                                    <p:animEffect transition="in" filter="wipe(up)">
                                      <p:cBhvr>
                                        <p:cTn id="35"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2" grpId="0"/>
      <p:bldP spid="4" grpId="0"/>
      <p:bldP spid="5" grpId="0"/>
      <p:bldP spid="6" grpId="0"/>
      <p:bldP spid="10"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CAD2-45D3-ECA6-9958-4EE45CB8FB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6B47187-B3EF-93F4-0216-B6BF53E925AE}"/>
              </a:ext>
            </a:extLst>
          </p:cNvPr>
          <p:cNvSpPr/>
          <p:nvPr/>
        </p:nvSpPr>
        <p:spPr>
          <a:xfrm>
            <a:off x="6769758" y="6678384"/>
            <a:ext cx="5400000" cy="50400"/>
          </a:xfrm>
          <a:prstGeom prst="rect">
            <a:avLst/>
          </a:prstGeom>
          <a:solidFill>
            <a:srgbClr val="1A163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Segoe UI"/>
              <a:ea typeface="+mn-ea"/>
              <a:cs typeface="+mn-cs"/>
            </a:endParaRPr>
          </a:p>
        </p:txBody>
      </p:sp>
      <p:pic>
        <p:nvPicPr>
          <p:cNvPr id="3" name="Image 2" descr="Une image contenant Graphique, graphisme, Police, conception&#10;&#10;Description générée automatiquement">
            <a:extLst>
              <a:ext uri="{FF2B5EF4-FFF2-40B4-BE49-F238E27FC236}">
                <a16:creationId xmlns:a16="http://schemas.microsoft.com/office/drawing/2014/main" id="{9BF6F067-A2EB-D412-1E46-E5CAEFD8C8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68772" y="6286550"/>
            <a:ext cx="1254456" cy="504723"/>
          </a:xfrm>
          <a:prstGeom prst="rect">
            <a:avLst/>
          </a:prstGeom>
        </p:spPr>
      </p:pic>
      <p:sp>
        <p:nvSpPr>
          <p:cNvPr id="4" name="Rectangle 3">
            <a:extLst>
              <a:ext uri="{FF2B5EF4-FFF2-40B4-BE49-F238E27FC236}">
                <a16:creationId xmlns:a16="http://schemas.microsoft.com/office/drawing/2014/main" id="{2F09C450-BDBE-9E74-4563-5228AA5470E3}"/>
              </a:ext>
            </a:extLst>
          </p:cNvPr>
          <p:cNvSpPr/>
          <p:nvPr/>
        </p:nvSpPr>
        <p:spPr>
          <a:xfrm>
            <a:off x="0" y="6678384"/>
            <a:ext cx="5400000" cy="50400"/>
          </a:xfrm>
          <a:prstGeom prst="rect">
            <a:avLst/>
          </a:prstGeom>
          <a:solidFill>
            <a:srgbClr val="1A163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Segoe UI"/>
              <a:ea typeface="+mn-ea"/>
              <a:cs typeface="+mn-cs"/>
            </a:endParaRPr>
          </a:p>
        </p:txBody>
      </p:sp>
      <p:sp>
        <p:nvSpPr>
          <p:cNvPr id="5" name="Forme libre : forme 4">
            <a:extLst>
              <a:ext uri="{FF2B5EF4-FFF2-40B4-BE49-F238E27FC236}">
                <a16:creationId xmlns:a16="http://schemas.microsoft.com/office/drawing/2014/main" id="{B2400256-786E-B0F3-AC55-37F2E3AC63E8}"/>
              </a:ext>
            </a:extLst>
          </p:cNvPr>
          <p:cNvSpPr/>
          <p:nvPr/>
        </p:nvSpPr>
        <p:spPr>
          <a:xfrm rot="120000">
            <a:off x="-107788" y="-48436"/>
            <a:ext cx="3088748" cy="6974554"/>
          </a:xfrm>
          <a:custGeom>
            <a:avLst/>
            <a:gdLst>
              <a:gd name="connsiteX0" fmla="*/ 0 w 3310062"/>
              <a:gd name="connsiteY0" fmla="*/ 115590 h 7026528"/>
              <a:gd name="connsiteX1" fmla="*/ 3310062 w 3310062"/>
              <a:gd name="connsiteY1" fmla="*/ 0 h 7026528"/>
              <a:gd name="connsiteX2" fmla="*/ 3310062 w 3310062"/>
              <a:gd name="connsiteY2" fmla="*/ 6919365 h 7026528"/>
              <a:gd name="connsiteX3" fmla="*/ 241335 w 3310062"/>
              <a:gd name="connsiteY3" fmla="*/ 7026528 h 7026528"/>
              <a:gd name="connsiteX4" fmla="*/ 0 w 3310062"/>
              <a:gd name="connsiteY4" fmla="*/ 115590 h 7026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0062" h="7026528">
                <a:moveTo>
                  <a:pt x="0" y="115590"/>
                </a:moveTo>
                <a:lnTo>
                  <a:pt x="3310062" y="0"/>
                </a:lnTo>
                <a:lnTo>
                  <a:pt x="3310062" y="6919365"/>
                </a:lnTo>
                <a:lnTo>
                  <a:pt x="241335" y="7026528"/>
                </a:lnTo>
                <a:lnTo>
                  <a:pt x="0" y="115590"/>
                </a:lnTo>
                <a:close/>
              </a:path>
            </a:pathLst>
          </a:custGeom>
          <a:solidFill>
            <a:srgbClr val="1A163C"/>
          </a:solidFill>
          <a:ln w="19050" cap="flat" cmpd="sng" algn="ctr">
            <a:solidFill>
              <a:srgbClr val="1A163C">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4000" b="0" i="0" u="none" strike="noStrike" kern="0" cap="none" spc="0" normalizeH="0" baseline="0" noProof="0">
              <a:ln>
                <a:noFill/>
              </a:ln>
              <a:solidFill>
                <a:prstClr val="white"/>
              </a:solidFill>
              <a:effectLst/>
              <a:uLnTx/>
              <a:uFillTx/>
              <a:latin typeface="Segoe UI"/>
              <a:ea typeface="+mn-ea"/>
              <a:cs typeface="+mn-cs"/>
            </a:endParaRPr>
          </a:p>
        </p:txBody>
      </p:sp>
      <p:pic>
        <p:nvPicPr>
          <p:cNvPr id="6" name="Picture 6" descr="Le rapport Villani sur l'intelligence artificielle est attendu pour janvier">
            <a:extLst>
              <a:ext uri="{FF2B5EF4-FFF2-40B4-BE49-F238E27FC236}">
                <a16:creationId xmlns:a16="http://schemas.microsoft.com/office/drawing/2014/main" id="{62B77ABF-B08C-6421-FC56-F6BFF4567C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1477" y="466484"/>
            <a:ext cx="9838267" cy="5570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33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6217E73-47FB-34D8-3A34-86990242B10F}"/>
              </a:ext>
            </a:extLst>
          </p:cNvPr>
          <p:cNvSpPr>
            <a:spLocks noGrp="1"/>
          </p:cNvSpPr>
          <p:nvPr>
            <p:ph type="title"/>
          </p:nvPr>
        </p:nvSpPr>
        <p:spPr>
          <a:xfrm>
            <a:off x="94665" y="206699"/>
            <a:ext cx="2762250" cy="6444599"/>
          </a:xfrm>
        </p:spPr>
        <p:txBody>
          <a:bodyPr anchor="ctr">
            <a:normAutofit/>
          </a:bodyPr>
          <a:lstStyle/>
          <a:p>
            <a:r>
              <a:rPr lang="en-US" sz="3700"/>
              <a:t>Brainstorm</a:t>
            </a:r>
          </a:p>
        </p:txBody>
      </p:sp>
      <p:sp>
        <p:nvSpPr>
          <p:cNvPr id="11" name="Content Placeholder 2">
            <a:extLst>
              <a:ext uri="{FF2B5EF4-FFF2-40B4-BE49-F238E27FC236}">
                <a16:creationId xmlns:a16="http://schemas.microsoft.com/office/drawing/2014/main" id="{972BF1A1-3697-860A-53B8-E2B739056E20}"/>
              </a:ext>
            </a:extLst>
          </p:cNvPr>
          <p:cNvSpPr>
            <a:spLocks noGrp="1"/>
          </p:cNvSpPr>
          <p:nvPr>
            <p:ph idx="1"/>
          </p:nvPr>
        </p:nvSpPr>
        <p:spPr>
          <a:xfrm>
            <a:off x="3200397" y="206699"/>
            <a:ext cx="8531679" cy="6006321"/>
          </a:xfrm>
        </p:spPr>
        <p:txBody>
          <a:bodyPr>
            <a:normAutofit/>
          </a:bodyPr>
          <a:lstStyle/>
          <a:p>
            <a:pPr marL="0" indent="0">
              <a:buNone/>
            </a:pPr>
            <a:endParaRPr lang="fr-FR"/>
          </a:p>
          <a:p>
            <a:pPr marL="0" indent="0">
              <a:buNone/>
            </a:pPr>
            <a:endParaRPr lang="fr-FR"/>
          </a:p>
          <a:p>
            <a:pPr marL="0" indent="0">
              <a:buNone/>
            </a:pPr>
            <a:endParaRPr lang="fr-FR"/>
          </a:p>
          <a:p>
            <a:pPr marL="0" indent="0">
              <a:buNone/>
            </a:pPr>
            <a:endParaRPr lang="fr-FR"/>
          </a:p>
          <a:p>
            <a:pPr marL="0" indent="0">
              <a:buNone/>
            </a:pPr>
            <a:endParaRPr lang="fr-FR"/>
          </a:p>
          <a:p>
            <a:pPr marL="0" indent="0">
              <a:buNone/>
            </a:pPr>
            <a:r>
              <a:rPr lang="fr-FR"/>
              <a:t>Quels sont les principaux risques que </a:t>
            </a:r>
          </a:p>
          <a:p>
            <a:pPr marL="0" indent="0">
              <a:buNone/>
            </a:pPr>
            <a:r>
              <a:rPr lang="fr-FR"/>
              <a:t>vous associez à l’usage de l’IA en entreprise ? </a:t>
            </a:r>
            <a:endParaRPr lang="en-US"/>
          </a:p>
        </p:txBody>
      </p:sp>
    </p:spTree>
    <p:extLst>
      <p:ext uri="{BB962C8B-B14F-4D97-AF65-F5344CB8AC3E}">
        <p14:creationId xmlns:p14="http://schemas.microsoft.com/office/powerpoint/2010/main" val="1595461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7EC5B9-D513-A837-5410-78F0F549197C}"/>
              </a:ext>
            </a:extLst>
          </p:cNvPr>
          <p:cNvSpPr>
            <a:spLocks noGrp="1"/>
          </p:cNvSpPr>
          <p:nvPr>
            <p:ph type="title"/>
          </p:nvPr>
        </p:nvSpPr>
        <p:spPr>
          <a:xfrm>
            <a:off x="831850" y="1709738"/>
            <a:ext cx="10515600" cy="2852737"/>
          </a:xfrm>
        </p:spPr>
        <p:txBody>
          <a:bodyPr anchor="ctr">
            <a:normAutofit/>
          </a:bodyPr>
          <a:lstStyle/>
          <a:p>
            <a:r>
              <a:rPr lang="fr-FR"/>
              <a:t>LES POINTS DE VIGILANCE</a:t>
            </a:r>
          </a:p>
        </p:txBody>
      </p:sp>
      <p:sp>
        <p:nvSpPr>
          <p:cNvPr id="7" name="Text Placeholder 2">
            <a:extLst>
              <a:ext uri="{FF2B5EF4-FFF2-40B4-BE49-F238E27FC236}">
                <a16:creationId xmlns:a16="http://schemas.microsoft.com/office/drawing/2014/main" id="{593C8168-BD16-18B9-813A-77CCB611C1BB}"/>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726D0BAA-85DF-F018-9C29-BA5E0560E721}"/>
              </a:ext>
            </a:extLst>
          </p:cNvPr>
          <p:cNvSpPr>
            <a:spLocks noGrp="1"/>
          </p:cNvSpPr>
          <p:nvPr>
            <p:ph type="body" sz="quarter" idx="13"/>
          </p:nvPr>
        </p:nvSpPr>
        <p:spPr>
          <a:xfrm>
            <a:off x="831850" y="1276350"/>
            <a:ext cx="2627313" cy="433388"/>
          </a:xfrm>
        </p:spPr>
        <p:txBody>
          <a:bodyPr>
            <a:normAutofit lnSpcReduction="10000"/>
          </a:bodyPr>
          <a:lstStyle/>
          <a:p>
            <a:endParaRPr lang="en-US"/>
          </a:p>
        </p:txBody>
      </p:sp>
    </p:spTree>
    <p:extLst>
      <p:ext uri="{BB962C8B-B14F-4D97-AF65-F5344CB8AC3E}">
        <p14:creationId xmlns:p14="http://schemas.microsoft.com/office/powerpoint/2010/main" val="11608293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4D939F-C35E-04EB-EC8F-EEAE0C662A7B}"/>
              </a:ext>
            </a:extLst>
          </p:cNvPr>
          <p:cNvSpPr>
            <a:spLocks noGrp="1"/>
          </p:cNvSpPr>
          <p:nvPr>
            <p:ph type="title"/>
          </p:nvPr>
        </p:nvSpPr>
        <p:spPr>
          <a:xfrm>
            <a:off x="838200" y="86833"/>
            <a:ext cx="10515600" cy="1325563"/>
          </a:xfrm>
        </p:spPr>
        <p:txBody>
          <a:bodyPr anchor="ctr">
            <a:normAutofit/>
          </a:bodyPr>
          <a:lstStyle/>
          <a:p>
            <a:r>
              <a:rPr lang="fr-FR"/>
              <a:t>Hallucinations</a:t>
            </a:r>
          </a:p>
        </p:txBody>
      </p:sp>
      <p:sp>
        <p:nvSpPr>
          <p:cNvPr id="3" name="Espace réservé du contenu 2">
            <a:extLst>
              <a:ext uri="{FF2B5EF4-FFF2-40B4-BE49-F238E27FC236}">
                <a16:creationId xmlns:a16="http://schemas.microsoft.com/office/drawing/2014/main" id="{C506FE88-D796-B8F2-8A38-1E5515C0E066}"/>
              </a:ext>
            </a:extLst>
          </p:cNvPr>
          <p:cNvSpPr txBox="1">
            <a:spLocks noGrp="1"/>
          </p:cNvSpPr>
          <p:nvPr>
            <p:ph idx="1"/>
          </p:nvPr>
        </p:nvSpPr>
        <p:spPr>
          <a:xfrm>
            <a:off x="949201" y="1412396"/>
            <a:ext cx="10515600" cy="5828903"/>
          </a:xfrm>
          <a:prstGeom prst="rect">
            <a:avLst/>
          </a:prstGeom>
          <a:noFill/>
        </p:spPr>
        <p:txBody>
          <a:bodyPr wrap="square" rtlCol="0">
            <a:spAutoFit/>
          </a:bodyPr>
          <a:lstStyle/>
          <a:p>
            <a:pPr marL="0" indent="0" algn="ctr">
              <a:spcBef>
                <a:spcPts val="272"/>
              </a:spcBef>
              <a:spcAft>
                <a:spcPts val="1089"/>
              </a:spcAft>
              <a:buNone/>
            </a:pPr>
            <a:r>
              <a:rPr lang="fr-FR" sz="2540"/>
              <a:t>⚠️ </a:t>
            </a:r>
            <a:r>
              <a:rPr lang="fr-FR" sz="2540" b="1">
                <a:solidFill>
                  <a:srgbClr val="262345"/>
                </a:solidFill>
                <a:latin typeface="Segoe UI" panose="020B0502040204020203" pitchFamily="34" charset="0"/>
              </a:rPr>
              <a:t>Qu’est-ce qu’une hallucination ? </a:t>
            </a:r>
            <a:r>
              <a:rPr lang="fr-FR" b="1">
                <a:solidFill>
                  <a:schemeClr val="accent2"/>
                </a:solidFill>
              </a:rPr>
              <a:t>EXEMPLES SUR CHATGPT</a:t>
            </a:r>
            <a:endParaRPr lang="fr-FR" sz="2540" b="1">
              <a:solidFill>
                <a:srgbClr val="262345"/>
              </a:solidFill>
              <a:latin typeface="Segoe UI" panose="020B0502040204020203" pitchFamily="34" charset="0"/>
            </a:endParaRPr>
          </a:p>
          <a:p>
            <a:pPr marL="0" indent="0" algn="ctr">
              <a:spcBef>
                <a:spcPts val="272"/>
              </a:spcBef>
              <a:spcAft>
                <a:spcPts val="272"/>
              </a:spcAft>
              <a:buNone/>
            </a:pPr>
            <a:r>
              <a:rPr lang="fr-FR" sz="1996"/>
              <a:t>Une </a:t>
            </a:r>
            <a:r>
              <a:rPr lang="fr-FR" sz="1996" b="1"/>
              <a:t>hallucination IA</a:t>
            </a:r>
            <a:r>
              <a:rPr lang="fr-FR" sz="1996"/>
              <a:t>, c’est quand l’outil :</a:t>
            </a:r>
          </a:p>
          <a:p>
            <a:pPr marL="259232" indent="-259232">
              <a:buFont typeface="Wingdings" panose="05000000000000000000" pitchFamily="2" charset="2"/>
              <a:buChar char="§"/>
            </a:pPr>
            <a:r>
              <a:rPr lang="fr-FR" sz="1996"/>
              <a:t>Produit une </a:t>
            </a:r>
            <a:r>
              <a:rPr lang="fr-FR" sz="1996" b="1"/>
              <a:t>réponse fausse</a:t>
            </a:r>
            <a:r>
              <a:rPr lang="fr-FR" sz="1996"/>
              <a:t>, mais formulée de manière crédible</a:t>
            </a:r>
          </a:p>
          <a:p>
            <a:pPr marL="259232" indent="-259232">
              <a:buFont typeface="Wingdings" panose="05000000000000000000" pitchFamily="2" charset="2"/>
              <a:buChar char="§"/>
            </a:pPr>
            <a:r>
              <a:rPr lang="fr-FR" sz="1996" b="1"/>
              <a:t>Invente</a:t>
            </a:r>
            <a:r>
              <a:rPr lang="fr-FR" sz="1996"/>
              <a:t> des sources, des lois, des citations, des faits</a:t>
            </a:r>
          </a:p>
          <a:p>
            <a:pPr marL="259232" indent="-259232">
              <a:buFont typeface="Wingdings" panose="05000000000000000000" pitchFamily="2" charset="2"/>
              <a:buChar char="§"/>
            </a:pPr>
            <a:r>
              <a:rPr lang="fr-FR" sz="1996"/>
              <a:t>Fait des </a:t>
            </a:r>
            <a:r>
              <a:rPr lang="fr-FR" sz="1996" b="1"/>
              <a:t>approximations</a:t>
            </a:r>
            <a:r>
              <a:rPr lang="fr-FR" sz="1996"/>
              <a:t> ou </a:t>
            </a:r>
            <a:r>
              <a:rPr lang="fr-FR" sz="1996" b="1"/>
              <a:t>déduit à tort </a:t>
            </a:r>
            <a:r>
              <a:rPr lang="fr-FR" sz="1996"/>
              <a:t>à partir de données manquantes</a:t>
            </a:r>
          </a:p>
          <a:p>
            <a:pPr marL="259232" indent="-259232">
              <a:buFont typeface="Wingdings" panose="05000000000000000000" pitchFamily="2" charset="2"/>
              <a:buChar char="§"/>
            </a:pPr>
            <a:endParaRPr lang="fr-FR" sz="1996"/>
          </a:p>
          <a:p>
            <a:pPr marL="0" indent="0" algn="ctr">
              <a:spcBef>
                <a:spcPts val="272"/>
              </a:spcBef>
              <a:spcAft>
                <a:spcPts val="1089"/>
              </a:spcAft>
              <a:buNone/>
            </a:pPr>
            <a:r>
              <a:rPr lang="fr-FR" sz="2540"/>
              <a:t>🚫 </a:t>
            </a:r>
            <a:r>
              <a:rPr lang="fr-FR" sz="2540" b="1">
                <a:solidFill>
                  <a:srgbClr val="262345"/>
                </a:solidFill>
                <a:latin typeface="Segoe UI" panose="020B0502040204020203" pitchFamily="34" charset="0"/>
              </a:rPr>
              <a:t>À ne pas faire</a:t>
            </a:r>
          </a:p>
          <a:p>
            <a:pPr marL="259232" indent="-259232">
              <a:spcAft>
                <a:spcPts val="544"/>
              </a:spcAft>
              <a:buFont typeface="Wingdings" panose="05000000000000000000" pitchFamily="2" charset="2"/>
              <a:buChar char="§"/>
            </a:pPr>
            <a:r>
              <a:rPr lang="fr-FR" sz="1996"/>
              <a:t>Ne pas copier/coller des réponses IA directement dans un document juridique, un devis, une présentation stratégique, </a:t>
            </a:r>
            <a:r>
              <a:rPr lang="fr-FR" sz="1996" b="1"/>
              <a:t>sans relecture ou validation</a:t>
            </a:r>
            <a:r>
              <a:rPr lang="fr-FR" sz="1996"/>
              <a:t>.</a:t>
            </a:r>
          </a:p>
          <a:p>
            <a:pPr marL="259232" indent="-259232">
              <a:spcAft>
                <a:spcPts val="544"/>
              </a:spcAft>
              <a:buFont typeface="Wingdings" panose="05000000000000000000" pitchFamily="2" charset="2"/>
              <a:buChar char="§"/>
            </a:pPr>
            <a:r>
              <a:rPr lang="fr-FR" sz="1996"/>
              <a:t>Ne pas demander à l’IA de produire des </a:t>
            </a:r>
            <a:r>
              <a:rPr lang="fr-FR" sz="1996" b="1"/>
              <a:t>faits</a:t>
            </a:r>
            <a:r>
              <a:rPr lang="fr-FR" sz="1996"/>
              <a:t>, </a:t>
            </a:r>
            <a:r>
              <a:rPr lang="fr-FR" sz="1996" b="1"/>
              <a:t>jurisprudences</a:t>
            </a:r>
            <a:r>
              <a:rPr lang="fr-FR" sz="1996"/>
              <a:t>, ou </a:t>
            </a:r>
            <a:r>
              <a:rPr lang="fr-FR" sz="1996" b="1"/>
              <a:t>lois</a:t>
            </a:r>
            <a:r>
              <a:rPr lang="fr-FR" sz="1996"/>
              <a:t> sans exigence de rigueur.</a:t>
            </a:r>
          </a:p>
          <a:p>
            <a:pPr marL="259232" indent="-259232">
              <a:buFont typeface="Wingdings" panose="05000000000000000000" pitchFamily="2" charset="2"/>
              <a:buChar char="§"/>
            </a:pPr>
            <a:endParaRPr lang="fr-FR" sz="1996"/>
          </a:p>
          <a:p>
            <a:pPr marL="259232" indent="-259232">
              <a:buFont typeface="Wingdings" panose="05000000000000000000" pitchFamily="2" charset="2"/>
              <a:buChar char="§"/>
            </a:pPr>
            <a:endParaRPr lang="fr-FR" sz="1996"/>
          </a:p>
          <a:p>
            <a:pPr marL="259232" indent="-259232">
              <a:buFont typeface="Wingdings" panose="05000000000000000000" pitchFamily="2" charset="2"/>
              <a:buChar char="§"/>
            </a:pPr>
            <a:endParaRPr lang="fr-FR" sz="1996"/>
          </a:p>
        </p:txBody>
      </p:sp>
    </p:spTree>
    <p:extLst>
      <p:ext uri="{BB962C8B-B14F-4D97-AF65-F5344CB8AC3E}">
        <p14:creationId xmlns:p14="http://schemas.microsoft.com/office/powerpoint/2010/main" val="238891638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849F48-5CD1-FF6E-DC14-4467B09B4FFB}"/>
              </a:ext>
            </a:extLst>
          </p:cNvPr>
          <p:cNvSpPr>
            <a:spLocks noGrp="1"/>
          </p:cNvSpPr>
          <p:nvPr>
            <p:ph type="title"/>
          </p:nvPr>
        </p:nvSpPr>
        <p:spPr>
          <a:xfrm>
            <a:off x="136074" y="206700"/>
            <a:ext cx="2762250" cy="6444599"/>
          </a:xfrm>
        </p:spPr>
        <p:txBody>
          <a:bodyPr anchor="ctr">
            <a:normAutofit/>
          </a:bodyPr>
          <a:lstStyle/>
          <a:p>
            <a:br>
              <a:rPr lang="fr-FR"/>
            </a:br>
            <a:r>
              <a:rPr lang="fr-FR"/>
              <a:t>✅ </a:t>
            </a:r>
            <a:r>
              <a:rPr lang="fr-FR" b="1"/>
              <a:t>Réflexes à adopter</a:t>
            </a:r>
            <a:br>
              <a:rPr lang="fr-FR" b="1"/>
            </a:br>
            <a:endParaRPr lang="fr-FR"/>
          </a:p>
        </p:txBody>
      </p:sp>
      <p:sp>
        <p:nvSpPr>
          <p:cNvPr id="3" name="Espace réservé du contenu 2">
            <a:extLst>
              <a:ext uri="{FF2B5EF4-FFF2-40B4-BE49-F238E27FC236}">
                <a16:creationId xmlns:a16="http://schemas.microsoft.com/office/drawing/2014/main" id="{DB532700-10D4-5586-B1E2-67CA7D8A952D}"/>
              </a:ext>
            </a:extLst>
          </p:cNvPr>
          <p:cNvSpPr>
            <a:spLocks noGrp="1"/>
          </p:cNvSpPr>
          <p:nvPr>
            <p:ph idx="1"/>
          </p:nvPr>
        </p:nvSpPr>
        <p:spPr>
          <a:xfrm>
            <a:off x="3187339" y="206700"/>
            <a:ext cx="8531679" cy="6006321"/>
          </a:xfrm>
        </p:spPr>
        <p:txBody>
          <a:bodyPr>
            <a:normAutofit/>
          </a:bodyPr>
          <a:lstStyle/>
          <a:p>
            <a:pPr marL="730172" indent="-400370">
              <a:spcBef>
                <a:spcPts val="272"/>
              </a:spcBef>
              <a:buAutoNum type="arabicPeriod"/>
            </a:pPr>
            <a:r>
              <a:rPr lang="fr-FR" sz="1800" b="1"/>
              <a:t>Douter intelligemment</a:t>
            </a:r>
            <a:br>
              <a:rPr lang="fr-FR" sz="1800"/>
            </a:br>
            <a:r>
              <a:rPr lang="fr-FR" sz="1800"/>
              <a:t>Si une réponse semble trop précise, trop vague, ou trop “parfaite”, suspicion utile.</a:t>
            </a:r>
            <a:br>
              <a:rPr lang="fr-FR" sz="1800"/>
            </a:br>
            <a:endParaRPr lang="fr-FR" sz="1800"/>
          </a:p>
          <a:p>
            <a:pPr marL="730172" indent="-400370">
              <a:spcBef>
                <a:spcPts val="272"/>
              </a:spcBef>
              <a:buAutoNum type="arabicPeriod"/>
            </a:pPr>
            <a:r>
              <a:rPr lang="fr-FR" sz="1800" b="1"/>
              <a:t>Croiser les informations</a:t>
            </a:r>
            <a:br>
              <a:rPr lang="fr-FR" sz="1800"/>
            </a:br>
            <a:r>
              <a:rPr lang="fr-FR" sz="1800" b="1"/>
              <a:t>Recouper</a:t>
            </a:r>
            <a:r>
              <a:rPr lang="fr-FR" sz="1800"/>
              <a:t> avec une source humaine fiable, une base réglementaire, ou un moteur de recherche.</a:t>
            </a:r>
            <a:br>
              <a:rPr lang="fr-FR" sz="1800"/>
            </a:br>
            <a:r>
              <a:rPr lang="fr-FR" sz="1800"/>
              <a:t>Pour un usage professionnel, </a:t>
            </a:r>
            <a:r>
              <a:rPr lang="fr-FR" sz="1800" b="1"/>
              <a:t>valider systématiquement </a:t>
            </a:r>
            <a:r>
              <a:rPr lang="fr-FR" sz="1800"/>
              <a:t>les contenus sensibles ou critiques.</a:t>
            </a:r>
          </a:p>
          <a:p>
            <a:pPr marL="730172" indent="-400370">
              <a:spcBef>
                <a:spcPts val="272"/>
              </a:spcBef>
              <a:buAutoNum type="arabicPeriod"/>
            </a:pPr>
            <a:endParaRPr lang="fr-FR" sz="1800"/>
          </a:p>
          <a:p>
            <a:pPr marL="730172" indent="-400370">
              <a:spcBef>
                <a:spcPts val="272"/>
              </a:spcBef>
              <a:spcAft>
                <a:spcPts val="272"/>
              </a:spcAft>
              <a:buAutoNum type="arabicPeriod"/>
            </a:pPr>
            <a:r>
              <a:rPr lang="fr-FR" sz="1800" b="1"/>
              <a:t>Demander à l’IA de s’auto-vérifier</a:t>
            </a:r>
            <a:br>
              <a:rPr lang="fr-FR" sz="1800" b="1"/>
            </a:br>
            <a:r>
              <a:rPr lang="fr-FR" sz="1800"/>
              <a:t>Exemples de formulations :</a:t>
            </a:r>
          </a:p>
          <a:p>
            <a:pPr marL="979322" indent="-249152"/>
            <a:r>
              <a:rPr lang="fr-FR" sz="1800"/>
              <a:t>“Peux-tu justifier cette information avec des sources fiables ?”</a:t>
            </a:r>
          </a:p>
          <a:p>
            <a:pPr marL="979322" indent="-249152"/>
            <a:r>
              <a:rPr lang="fr-FR" sz="1800"/>
              <a:t>“Y a-t-il un risque que tu hallucines dans cette réponse ?”</a:t>
            </a:r>
          </a:p>
          <a:p>
            <a:pPr marL="979322" indent="-249152"/>
            <a:r>
              <a:rPr lang="fr-FR" sz="1800"/>
              <a:t>“Donne-moi un lien ou une publication confirmant cela.”</a:t>
            </a:r>
          </a:p>
          <a:p>
            <a:pPr marL="979322" indent="-249152"/>
            <a:endParaRPr lang="fr-FR" sz="1800"/>
          </a:p>
          <a:p>
            <a:pPr marL="730172" indent="-400370">
              <a:spcBef>
                <a:spcPts val="272"/>
              </a:spcBef>
              <a:buFont typeface="+mj-lt"/>
              <a:buAutoNum type="arabicPeriod" startAt="4"/>
            </a:pPr>
            <a:r>
              <a:rPr lang="fr-FR" sz="1800" b="1"/>
              <a:t>Utiliser l’IA comme assistant, pas comme décisionnaire</a:t>
            </a:r>
            <a:br>
              <a:rPr lang="fr-FR" sz="1800"/>
            </a:br>
            <a:r>
              <a:rPr lang="fr-FR" sz="1800"/>
              <a:t>L’IA suggère, inspire, explique — elle ne remplace pas le jugement humain</a:t>
            </a:r>
            <a:br>
              <a:rPr lang="fr-FR" sz="1800"/>
            </a:br>
            <a:r>
              <a:rPr lang="fr-FR" sz="1800" b="1"/>
              <a:t>À vous de valider, ajuster, interpréter</a:t>
            </a:r>
          </a:p>
          <a:p>
            <a:endParaRPr lang="fr-FR" sz="1800"/>
          </a:p>
        </p:txBody>
      </p:sp>
      <p:sp>
        <p:nvSpPr>
          <p:cNvPr id="6" name="Bulle narrative : ronde 5">
            <a:extLst>
              <a:ext uri="{FF2B5EF4-FFF2-40B4-BE49-F238E27FC236}">
                <a16:creationId xmlns:a16="http://schemas.microsoft.com/office/drawing/2014/main" id="{621079E2-B027-EF28-1892-3866A5B99B47}"/>
              </a:ext>
            </a:extLst>
          </p:cNvPr>
          <p:cNvSpPr/>
          <p:nvPr/>
        </p:nvSpPr>
        <p:spPr>
          <a:xfrm>
            <a:off x="8427429" y="5454186"/>
            <a:ext cx="3127677" cy="1094561"/>
          </a:xfrm>
          <a:prstGeom prst="wedgeEllipseCallout">
            <a:avLst>
              <a:gd name="adj1" fmla="val -57908"/>
              <a:gd name="adj2" fmla="val -36850"/>
            </a:avLst>
          </a:prstGeom>
          <a:solidFill>
            <a:schemeClr val="accent2"/>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6D100223-3D57-9827-B1FE-E1340E1D392C}"/>
              </a:ext>
            </a:extLst>
          </p:cNvPr>
          <p:cNvSpPr txBox="1"/>
          <p:nvPr/>
        </p:nvSpPr>
        <p:spPr>
          <a:xfrm>
            <a:off x="9052731" y="5647523"/>
            <a:ext cx="2247544" cy="707886"/>
          </a:xfrm>
          <a:prstGeom prst="rect">
            <a:avLst/>
          </a:prstGeom>
          <a:noFill/>
        </p:spPr>
        <p:txBody>
          <a:bodyPr wrap="square" rtlCol="0">
            <a:spAutoFit/>
          </a:bodyPr>
          <a:lstStyle/>
          <a:p>
            <a:r>
              <a:rPr lang="fr-FR" sz="2000">
                <a:solidFill>
                  <a:schemeClr val="bg1"/>
                </a:solidFill>
              </a:rPr>
              <a:t>Ça je vais vous le dire 150 fois!!!!</a:t>
            </a:r>
          </a:p>
        </p:txBody>
      </p:sp>
    </p:spTree>
    <p:extLst>
      <p:ext uri="{BB962C8B-B14F-4D97-AF65-F5344CB8AC3E}">
        <p14:creationId xmlns:p14="http://schemas.microsoft.com/office/powerpoint/2010/main" val="2357025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F58A89F-C397-BC5E-979E-6229B6CC177A}"/>
              </a:ext>
            </a:extLst>
          </p:cNvPr>
          <p:cNvSpPr>
            <a:spLocks noGrp="1"/>
          </p:cNvSpPr>
          <p:nvPr>
            <p:ph type="title"/>
          </p:nvPr>
        </p:nvSpPr>
        <p:spPr>
          <a:xfrm>
            <a:off x="831850" y="1709738"/>
            <a:ext cx="10515600" cy="2852737"/>
          </a:xfrm>
        </p:spPr>
        <p:txBody>
          <a:bodyPr anchor="ctr">
            <a:normAutofit/>
          </a:bodyPr>
          <a:lstStyle/>
          <a:p>
            <a:r>
              <a:rPr lang="en-US"/>
              <a:t>“On </a:t>
            </a:r>
            <a:r>
              <a:rPr lang="en-US" err="1"/>
              <a:t>utilise</a:t>
            </a:r>
            <a:r>
              <a:rPr lang="en-US"/>
              <a:t> </a:t>
            </a:r>
            <a:r>
              <a:rPr lang="en-US" err="1"/>
              <a:t>l’IA</a:t>
            </a:r>
            <a:r>
              <a:rPr lang="en-US"/>
              <a:t> </a:t>
            </a:r>
            <a:r>
              <a:rPr lang="en-US" err="1"/>
              <a:t>quand</a:t>
            </a:r>
            <a:r>
              <a:rPr lang="en-US"/>
              <a:t> on </a:t>
            </a:r>
            <a:r>
              <a:rPr lang="en-US" err="1"/>
              <a:t>maîtrise</a:t>
            </a:r>
            <a:r>
              <a:rPr lang="en-US"/>
              <a:t> le </a:t>
            </a:r>
            <a:r>
              <a:rPr lang="en-US" err="1"/>
              <a:t>sujet</a:t>
            </a:r>
            <a:r>
              <a:rPr lang="en-US"/>
              <a:t>”</a:t>
            </a:r>
          </a:p>
        </p:txBody>
      </p:sp>
      <p:sp>
        <p:nvSpPr>
          <p:cNvPr id="17" name="Text Placeholder 2">
            <a:extLst>
              <a:ext uri="{FF2B5EF4-FFF2-40B4-BE49-F238E27FC236}">
                <a16:creationId xmlns:a16="http://schemas.microsoft.com/office/drawing/2014/main" id="{64652E7B-1D6B-6DB3-09AF-6F5EDF4C41D1}"/>
              </a:ext>
            </a:extLst>
          </p:cNvPr>
          <p:cNvSpPr>
            <a:spLocks noGrp="1"/>
          </p:cNvSpPr>
          <p:nvPr>
            <p:ph type="body" idx="1"/>
          </p:nvPr>
        </p:nvSpPr>
        <p:spPr>
          <a:xfrm>
            <a:off x="831850" y="4589463"/>
            <a:ext cx="10515600" cy="1500187"/>
          </a:xfrm>
        </p:spPr>
        <p:txBody>
          <a:bodyPr/>
          <a:lstStyle/>
          <a:p>
            <a:r>
              <a:rPr lang="en-US"/>
              <a:t>- On ne </a:t>
            </a:r>
            <a:r>
              <a:rPr lang="en-US" err="1"/>
              <a:t>demande</a:t>
            </a:r>
            <a:r>
              <a:rPr lang="en-US"/>
              <a:t> pas à faire des </a:t>
            </a:r>
            <a:r>
              <a:rPr lang="en-US" err="1"/>
              <a:t>recherches</a:t>
            </a:r>
            <a:r>
              <a:rPr lang="en-US"/>
              <a:t> V </a:t>
            </a:r>
            <a:r>
              <a:rPr lang="en-US" err="1"/>
              <a:t>si</a:t>
            </a:r>
            <a:r>
              <a:rPr lang="en-US"/>
              <a:t> on ne </a:t>
            </a:r>
            <a:r>
              <a:rPr lang="en-US" err="1"/>
              <a:t>sait</a:t>
            </a:r>
            <a:r>
              <a:rPr lang="en-US"/>
              <a:t> pas faire des </a:t>
            </a:r>
            <a:r>
              <a:rPr lang="en-US" err="1"/>
              <a:t>recherches</a:t>
            </a:r>
            <a:r>
              <a:rPr lang="en-US"/>
              <a:t> V</a:t>
            </a:r>
          </a:p>
        </p:txBody>
      </p:sp>
      <p:sp>
        <p:nvSpPr>
          <p:cNvPr id="12" name="Text Placeholder 3">
            <a:extLst>
              <a:ext uri="{FF2B5EF4-FFF2-40B4-BE49-F238E27FC236}">
                <a16:creationId xmlns:a16="http://schemas.microsoft.com/office/drawing/2014/main" id="{0A24C8C8-49F6-6BDA-76C8-34C5F2AE5A7A}"/>
              </a:ext>
            </a:extLst>
          </p:cNvPr>
          <p:cNvSpPr>
            <a:spLocks noGrp="1"/>
          </p:cNvSpPr>
          <p:nvPr>
            <p:ph type="body" sz="quarter" idx="13"/>
          </p:nvPr>
        </p:nvSpPr>
        <p:spPr>
          <a:xfrm>
            <a:off x="831850" y="1276350"/>
            <a:ext cx="2627313" cy="433388"/>
          </a:xfrm>
        </p:spPr>
        <p:txBody>
          <a:bodyPr anchor="ctr">
            <a:normAutofit/>
          </a:bodyPr>
          <a:lstStyle/>
          <a:p>
            <a:r>
              <a:rPr lang="en-US" sz="2400"/>
              <a:t>Le conseil ATP</a:t>
            </a:r>
          </a:p>
        </p:txBody>
      </p:sp>
    </p:spTree>
    <p:extLst>
      <p:ext uri="{BB962C8B-B14F-4D97-AF65-F5344CB8AC3E}">
        <p14:creationId xmlns:p14="http://schemas.microsoft.com/office/powerpoint/2010/main" val="857562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62345"/>
        </a:solidFill>
        <a:effectLst/>
      </p:bgPr>
    </p:bg>
    <p:spTree>
      <p:nvGrpSpPr>
        <p:cNvPr id="1" name="">
          <a:extLst>
            <a:ext uri="{FF2B5EF4-FFF2-40B4-BE49-F238E27FC236}">
              <a16:creationId xmlns:a16="http://schemas.microsoft.com/office/drawing/2014/main" id="{92D386E2-7D56-6344-CDC1-D44D58E37913}"/>
            </a:ext>
          </a:extLst>
        </p:cNvPr>
        <p:cNvGrpSpPr/>
        <p:nvPr/>
      </p:nvGrpSpPr>
      <p:grpSpPr>
        <a:xfrm>
          <a:off x="0" y="0"/>
          <a:ext cx="0" cy="0"/>
          <a:chOff x="0" y="0"/>
          <a:chExt cx="0" cy="0"/>
        </a:xfrm>
      </p:grpSpPr>
      <p:grpSp>
        <p:nvGrpSpPr>
          <p:cNvPr id="3" name="Groupe 2">
            <a:extLst>
              <a:ext uri="{FF2B5EF4-FFF2-40B4-BE49-F238E27FC236}">
                <a16:creationId xmlns:a16="http://schemas.microsoft.com/office/drawing/2014/main" id="{EFCAF7B5-A823-B2BD-852B-A36CC7F01F2E}"/>
              </a:ext>
            </a:extLst>
          </p:cNvPr>
          <p:cNvGrpSpPr>
            <a:grpSpLocks/>
          </p:cNvGrpSpPr>
          <p:nvPr/>
        </p:nvGrpSpPr>
        <p:grpSpPr>
          <a:xfrm>
            <a:off x="-1935320" y="0"/>
            <a:ext cx="1798838" cy="1277557"/>
            <a:chOff x="-2064456" y="0"/>
            <a:chExt cx="1982886" cy="1408270"/>
          </a:xfrm>
        </p:grpSpPr>
        <p:sp>
          <p:nvSpPr>
            <p:cNvPr id="16" name="Bleu foncé">
              <a:extLst>
                <a:ext uri="{FF2B5EF4-FFF2-40B4-BE49-F238E27FC236}">
                  <a16:creationId xmlns:a16="http://schemas.microsoft.com/office/drawing/2014/main" id="{FDB34599-C13B-8144-F430-5973E844A28F}"/>
                </a:ext>
              </a:extLst>
            </p:cNvPr>
            <p:cNvSpPr>
              <a:spLocks/>
            </p:cNvSpPr>
            <p:nvPr/>
          </p:nvSpPr>
          <p:spPr>
            <a:xfrm>
              <a:off x="-369570" y="0"/>
              <a:ext cx="288000" cy="289560"/>
            </a:xfrm>
            <a:prstGeom prst="rect">
              <a:avLst/>
            </a:prstGeom>
            <a:solidFill>
              <a:srgbClr val="2623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Bleu clair">
              <a:extLst>
                <a:ext uri="{FF2B5EF4-FFF2-40B4-BE49-F238E27FC236}">
                  <a16:creationId xmlns:a16="http://schemas.microsoft.com/office/drawing/2014/main" id="{B4DA61D2-6F31-5366-E94D-D7E421C55103}"/>
                </a:ext>
              </a:extLst>
            </p:cNvPr>
            <p:cNvSpPr>
              <a:spLocks/>
            </p:cNvSpPr>
            <p:nvPr/>
          </p:nvSpPr>
          <p:spPr>
            <a:xfrm>
              <a:off x="-369570" y="372903"/>
              <a:ext cx="288000" cy="289560"/>
            </a:xfrm>
            <a:prstGeom prst="rect">
              <a:avLst/>
            </a:prstGeom>
            <a:solidFill>
              <a:srgbClr val="59B7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ose">
              <a:extLst>
                <a:ext uri="{FF2B5EF4-FFF2-40B4-BE49-F238E27FC236}">
                  <a16:creationId xmlns:a16="http://schemas.microsoft.com/office/drawing/2014/main" id="{948BE05A-0231-0F46-7754-DB8F53B4A5C1}"/>
                </a:ext>
              </a:extLst>
            </p:cNvPr>
            <p:cNvSpPr>
              <a:spLocks/>
            </p:cNvSpPr>
            <p:nvPr/>
          </p:nvSpPr>
          <p:spPr>
            <a:xfrm>
              <a:off x="-369570" y="745806"/>
              <a:ext cx="288000" cy="289560"/>
            </a:xfrm>
            <a:prstGeom prst="rect">
              <a:avLst/>
            </a:prstGeom>
            <a:solidFill>
              <a:srgbClr val="E109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ose clair">
              <a:extLst>
                <a:ext uri="{FF2B5EF4-FFF2-40B4-BE49-F238E27FC236}">
                  <a16:creationId xmlns:a16="http://schemas.microsoft.com/office/drawing/2014/main" id="{BCF28B1A-9E29-CB31-A5EF-5523955D4466}"/>
                </a:ext>
              </a:extLst>
            </p:cNvPr>
            <p:cNvSpPr>
              <a:spLocks/>
            </p:cNvSpPr>
            <p:nvPr/>
          </p:nvSpPr>
          <p:spPr>
            <a:xfrm>
              <a:off x="-369570" y="1118710"/>
              <a:ext cx="288000" cy="289560"/>
            </a:xfrm>
            <a:prstGeom prst="rect">
              <a:avLst/>
            </a:prstGeom>
            <a:solidFill>
              <a:srgbClr val="C7A5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Code bleu foncée">
              <a:extLst>
                <a:ext uri="{FF2B5EF4-FFF2-40B4-BE49-F238E27FC236}">
                  <a16:creationId xmlns:a16="http://schemas.microsoft.com/office/drawing/2014/main" id="{25C0D1F5-AF98-1FB3-6FDD-1ABA4D8A2295}"/>
                </a:ext>
              </a:extLst>
            </p:cNvPr>
            <p:cNvSpPr txBox="1">
              <a:spLocks/>
            </p:cNvSpPr>
            <p:nvPr/>
          </p:nvSpPr>
          <p:spPr>
            <a:xfrm>
              <a:off x="-2064456" y="0"/>
              <a:ext cx="1694885"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R38 V35 B69 #262345</a:t>
              </a:r>
            </a:p>
          </p:txBody>
        </p:sp>
        <p:sp>
          <p:nvSpPr>
            <p:cNvPr id="21" name="Code bleu clair">
              <a:extLst>
                <a:ext uri="{FF2B5EF4-FFF2-40B4-BE49-F238E27FC236}">
                  <a16:creationId xmlns:a16="http://schemas.microsoft.com/office/drawing/2014/main" id="{6BF7BDEE-15BB-5EDF-2F76-4B5F5B35D765}"/>
                </a:ext>
              </a:extLst>
            </p:cNvPr>
            <p:cNvSpPr txBox="1">
              <a:spLocks/>
            </p:cNvSpPr>
            <p:nvPr/>
          </p:nvSpPr>
          <p:spPr>
            <a:xfrm>
              <a:off x="-2064456" y="387349"/>
              <a:ext cx="1694885"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R89 V183 B200 #59B7C8</a:t>
              </a:r>
            </a:p>
          </p:txBody>
        </p:sp>
        <p:sp>
          <p:nvSpPr>
            <p:cNvPr id="22" name="Code rose">
              <a:extLst>
                <a:ext uri="{FF2B5EF4-FFF2-40B4-BE49-F238E27FC236}">
                  <a16:creationId xmlns:a16="http://schemas.microsoft.com/office/drawing/2014/main" id="{92AC588B-E965-C4A4-B630-01482486B677}"/>
                </a:ext>
              </a:extLst>
            </p:cNvPr>
            <p:cNvSpPr txBox="1">
              <a:spLocks/>
            </p:cNvSpPr>
            <p:nvPr/>
          </p:nvSpPr>
          <p:spPr>
            <a:xfrm>
              <a:off x="-2064456" y="767004"/>
              <a:ext cx="1694885"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R225 V9 B128 #E10980</a:t>
              </a:r>
            </a:p>
          </p:txBody>
        </p:sp>
        <p:sp>
          <p:nvSpPr>
            <p:cNvPr id="23" name="Code rose clair">
              <a:extLst>
                <a:ext uri="{FF2B5EF4-FFF2-40B4-BE49-F238E27FC236}">
                  <a16:creationId xmlns:a16="http://schemas.microsoft.com/office/drawing/2014/main" id="{E4131A26-E70E-BD65-7699-3F7C0679357F}"/>
                </a:ext>
              </a:extLst>
            </p:cNvPr>
            <p:cNvSpPr txBox="1">
              <a:spLocks/>
            </p:cNvSpPr>
            <p:nvPr/>
          </p:nvSpPr>
          <p:spPr>
            <a:xfrm>
              <a:off x="-2064456" y="1146659"/>
              <a:ext cx="1694885"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R199 V165 B184 #C7A5B8</a:t>
              </a:r>
            </a:p>
          </p:txBody>
        </p:sp>
      </p:grpSp>
      <p:sp>
        <p:nvSpPr>
          <p:cNvPr id="2" name="ZoneTexte 1">
            <a:extLst>
              <a:ext uri="{FF2B5EF4-FFF2-40B4-BE49-F238E27FC236}">
                <a16:creationId xmlns:a16="http://schemas.microsoft.com/office/drawing/2014/main" id="{6F7C5E4E-1C2F-75F9-CBBE-641F2614880D}"/>
              </a:ext>
            </a:extLst>
          </p:cNvPr>
          <p:cNvSpPr txBox="1"/>
          <p:nvPr/>
        </p:nvSpPr>
        <p:spPr>
          <a:xfrm>
            <a:off x="1459115" y="1277557"/>
            <a:ext cx="9137848" cy="12285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1089"/>
              </a:spcAft>
              <a:buClrTx/>
              <a:buSzTx/>
              <a:buFontTx/>
              <a:buNone/>
              <a:tabLst/>
              <a:defRPr/>
            </a:pPr>
            <a:r>
              <a:rPr kumimoji="0" lang="fr-FR" sz="2540" b="1" i="0" u="none" strike="noStrike" kern="1200" cap="none" spc="0" normalizeH="0" baseline="0" noProof="0">
                <a:ln>
                  <a:noFill/>
                </a:ln>
                <a:solidFill>
                  <a:prstClr val="white"/>
                </a:solidFill>
                <a:effectLst/>
                <a:uLnTx/>
                <a:uFillTx/>
                <a:latin typeface="Aptos" panose="02110004020202020204"/>
                <a:ea typeface="+mn-ea"/>
                <a:cs typeface="+mn-cs"/>
              </a:rPr>
              <a:t>Qu’est-ce qu’un biais algorithmique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996" b="0" i="0" u="none" strike="noStrike" kern="1200" cap="none" spc="0" normalizeH="0" baseline="0" noProof="0">
                <a:ln>
                  <a:noFill/>
                </a:ln>
                <a:solidFill>
                  <a:prstClr val="white"/>
                </a:solidFill>
                <a:effectLst/>
                <a:uLnTx/>
                <a:uFillTx/>
                <a:latin typeface="Aptos" panose="02110004020202020204"/>
                <a:ea typeface="+mn-ea"/>
                <a:cs typeface="+mn-cs"/>
              </a:rPr>
              <a:t>C’est une </a:t>
            </a:r>
            <a:r>
              <a:rPr kumimoji="0" lang="fr-FR" sz="1996" b="1" i="0" u="none" strike="noStrike" kern="1200" cap="none" spc="0" normalizeH="0" baseline="0" noProof="0">
                <a:ln>
                  <a:noFill/>
                </a:ln>
                <a:solidFill>
                  <a:srgbClr val="FFFF00"/>
                </a:solidFill>
                <a:effectLst/>
                <a:uLnTx/>
                <a:uFillTx/>
                <a:latin typeface="Aptos" panose="02110004020202020204"/>
                <a:ea typeface="+mn-ea"/>
                <a:cs typeface="+mn-cs"/>
              </a:rPr>
              <a:t>distorsion systématique </a:t>
            </a:r>
            <a:r>
              <a:rPr kumimoji="0" lang="fr-FR" sz="1996" b="0" i="0" u="none" strike="noStrike" kern="1200" cap="none" spc="0" normalizeH="0" baseline="0" noProof="0">
                <a:ln>
                  <a:noFill/>
                </a:ln>
                <a:solidFill>
                  <a:prstClr val="white"/>
                </a:solidFill>
                <a:effectLst/>
                <a:uLnTx/>
                <a:uFillTx/>
                <a:latin typeface="Aptos" panose="02110004020202020204"/>
                <a:ea typeface="+mn-ea"/>
                <a:cs typeface="+mn-cs"/>
              </a:rPr>
              <a:t>dans les résultats produits par un algorithme, souvent héritée des données ou des choix de conception.</a:t>
            </a:r>
          </a:p>
        </p:txBody>
      </p:sp>
      <p:graphicFrame>
        <p:nvGraphicFramePr>
          <p:cNvPr id="7" name="Tableau 6">
            <a:extLst>
              <a:ext uri="{FF2B5EF4-FFF2-40B4-BE49-F238E27FC236}">
                <a16:creationId xmlns:a16="http://schemas.microsoft.com/office/drawing/2014/main" id="{BF2DE583-61D3-2B37-D029-61F479430183}"/>
              </a:ext>
            </a:extLst>
          </p:cNvPr>
          <p:cNvGraphicFramePr>
            <a:graphicFrameLocks noGrp="1"/>
          </p:cNvGraphicFramePr>
          <p:nvPr/>
        </p:nvGraphicFramePr>
        <p:xfrm>
          <a:off x="1595037" y="3223677"/>
          <a:ext cx="9001926" cy="3216289"/>
        </p:xfrm>
        <a:graphic>
          <a:graphicData uri="http://schemas.openxmlformats.org/drawingml/2006/table">
            <a:tbl>
              <a:tblPr bandRow="1">
                <a:tableStyleId>{ED083AE6-46FA-4A59-8FB0-9F97EB10719F}</a:tableStyleId>
              </a:tblPr>
              <a:tblGrid>
                <a:gridCol w="2956293">
                  <a:extLst>
                    <a:ext uri="{9D8B030D-6E8A-4147-A177-3AD203B41FA5}">
                      <a16:colId xmlns:a16="http://schemas.microsoft.com/office/drawing/2014/main" val="3660628479"/>
                    </a:ext>
                  </a:extLst>
                </a:gridCol>
                <a:gridCol w="6045633">
                  <a:extLst>
                    <a:ext uri="{9D8B030D-6E8A-4147-A177-3AD203B41FA5}">
                      <a16:colId xmlns:a16="http://schemas.microsoft.com/office/drawing/2014/main" val="2615896507"/>
                    </a:ext>
                  </a:extLst>
                </a:gridCol>
              </a:tblGrid>
              <a:tr h="545254">
                <a:tc gridSpan="2">
                  <a:txBody>
                    <a:bodyPr/>
                    <a:lstStyle/>
                    <a:p>
                      <a:pPr algn="l" fontAlgn="b">
                        <a:buNone/>
                      </a:pPr>
                      <a:r>
                        <a:rPr lang="fr-FR" sz="2200" b="1" u="none" strike="noStrike">
                          <a:solidFill>
                            <a:schemeClr val="bg1"/>
                          </a:solidFill>
                          <a:effectLst/>
                        </a:rPr>
                        <a:t>⚠️ </a:t>
                      </a:r>
                      <a:r>
                        <a:rPr lang="fr-FR" sz="2200" b="1" u="none" strike="noStrike" kern="1200">
                          <a:solidFill>
                            <a:schemeClr val="bg1"/>
                          </a:solidFill>
                          <a:effectLst/>
                          <a:latin typeface="+mn-lt"/>
                          <a:ea typeface="+mn-ea"/>
                          <a:cs typeface="+mn-cs"/>
                        </a:rPr>
                        <a:t>D’où viennent les biais ?</a:t>
                      </a:r>
                    </a:p>
                  </a:txBody>
                  <a:tcPr marL="6913" marR="6913" marT="6913" marB="41476" anchor="ctr">
                    <a:solidFill>
                      <a:schemeClr val="accent4"/>
                    </a:solidFill>
                  </a:tcPr>
                </a:tc>
                <a:tc hMerge="1">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7620" marR="7620" marT="7620" anchor="b"/>
                </a:tc>
                <a:extLst>
                  <a:ext uri="{0D108BD9-81ED-4DB2-BD59-A6C34878D82A}">
                    <a16:rowId xmlns:a16="http://schemas.microsoft.com/office/drawing/2014/main" val="2531020088"/>
                  </a:ext>
                </a:extLst>
              </a:tr>
              <a:tr h="433407">
                <a:tc>
                  <a:txBody>
                    <a:bodyPr/>
                    <a:lstStyle/>
                    <a:p>
                      <a:pPr algn="ctr" fontAlgn="b">
                        <a:buNone/>
                      </a:pPr>
                      <a:r>
                        <a:rPr lang="fr-FR" sz="1800" b="1" u="none" strike="noStrike">
                          <a:solidFill>
                            <a:schemeClr val="bg1"/>
                          </a:solidFill>
                          <a:effectLst/>
                        </a:rPr>
                        <a:t>Origine :</a:t>
                      </a:r>
                      <a:endParaRPr lang="fr-FR" sz="1800" b="1" i="0" u="none" strike="noStrike">
                        <a:solidFill>
                          <a:schemeClr val="bg1"/>
                        </a:solidFill>
                        <a:effectLst/>
                        <a:latin typeface="Aptos Narrow" panose="020B0004020202020204" pitchFamily="34" charset="0"/>
                      </a:endParaRPr>
                    </a:p>
                  </a:txBody>
                  <a:tcPr marL="6913" marR="6913" marT="6913" marB="41476" anchor="ctr">
                    <a:solidFill>
                      <a:schemeClr val="accent4"/>
                    </a:solidFill>
                  </a:tcPr>
                </a:tc>
                <a:tc>
                  <a:txBody>
                    <a:bodyPr/>
                    <a:lstStyle/>
                    <a:p>
                      <a:pPr algn="ctr" fontAlgn="b">
                        <a:buNone/>
                      </a:pPr>
                      <a:r>
                        <a:rPr lang="fr-FR" sz="1800" b="1" u="none" strike="noStrike">
                          <a:solidFill>
                            <a:schemeClr val="bg1"/>
                          </a:solidFill>
                          <a:effectLst/>
                        </a:rPr>
                        <a:t>Exemples :</a:t>
                      </a:r>
                      <a:endParaRPr lang="fr-FR" sz="1800" b="1" i="0" u="none" strike="noStrike">
                        <a:solidFill>
                          <a:schemeClr val="bg1"/>
                        </a:solidFill>
                        <a:effectLst/>
                        <a:latin typeface="Aptos Narrow" panose="020B0004020202020204" pitchFamily="34" charset="0"/>
                      </a:endParaRPr>
                    </a:p>
                  </a:txBody>
                  <a:tcPr marL="6913" marR="6913" marT="6913" marB="41476" anchor="ctr">
                    <a:solidFill>
                      <a:schemeClr val="accent4"/>
                    </a:solidFill>
                  </a:tcPr>
                </a:tc>
                <a:extLst>
                  <a:ext uri="{0D108BD9-81ED-4DB2-BD59-A6C34878D82A}">
                    <a16:rowId xmlns:a16="http://schemas.microsoft.com/office/drawing/2014/main" val="3240203945"/>
                  </a:ext>
                </a:extLst>
              </a:tr>
              <a:tr h="601407">
                <a:tc>
                  <a:txBody>
                    <a:bodyPr/>
                    <a:lstStyle/>
                    <a:p>
                      <a:pPr algn="l" fontAlgn="b">
                        <a:buNone/>
                      </a:pPr>
                      <a:r>
                        <a:rPr lang="fr-FR" sz="1800" b="1" u="none" strike="noStrike">
                          <a:solidFill>
                            <a:schemeClr val="bg1"/>
                          </a:solidFill>
                          <a:effectLst/>
                        </a:rPr>
                        <a:t>Biais dans les données</a:t>
                      </a:r>
                      <a:endParaRPr lang="fr-FR" sz="1800" b="1" i="0" u="none" strike="noStrike">
                        <a:solidFill>
                          <a:schemeClr val="bg1"/>
                        </a:solidFill>
                        <a:effectLst/>
                        <a:latin typeface="Aptos Narrow" panose="020B0004020202020204" pitchFamily="34" charset="0"/>
                      </a:endParaRPr>
                    </a:p>
                  </a:txBody>
                  <a:tcPr marL="65317" marR="6913" marT="6913" marB="41476" anchor="ctr"/>
                </a:tc>
                <a:tc>
                  <a:txBody>
                    <a:bodyPr/>
                    <a:lstStyle/>
                    <a:p>
                      <a:pPr algn="l" fontAlgn="b">
                        <a:buNone/>
                      </a:pPr>
                      <a:r>
                        <a:rPr lang="fr-FR" sz="1800" b="0" u="none" strike="noStrike">
                          <a:solidFill>
                            <a:schemeClr val="bg1"/>
                          </a:solidFill>
                          <a:effectLst/>
                        </a:rPr>
                        <a:t>Données historiques déséquilibrées (</a:t>
                      </a:r>
                      <a:r>
                        <a:rPr lang="fr-FR" sz="1800" b="0" i="1" u="none" strike="noStrike">
                          <a:solidFill>
                            <a:schemeClr val="bg1"/>
                          </a:solidFill>
                          <a:effectLst/>
                        </a:rPr>
                        <a:t>ex. : sous-représentation d’un genre ou d’une population</a:t>
                      </a:r>
                      <a:r>
                        <a:rPr lang="fr-FR" sz="1800" b="0" u="none" strike="noStrike">
                          <a:solidFill>
                            <a:schemeClr val="bg1"/>
                          </a:solidFill>
                          <a:effectLst/>
                        </a:rPr>
                        <a:t>)</a:t>
                      </a:r>
                      <a:endParaRPr lang="fr-FR" sz="1800" b="0" i="0" u="none" strike="noStrike">
                        <a:solidFill>
                          <a:schemeClr val="bg1"/>
                        </a:solidFill>
                        <a:effectLst/>
                        <a:latin typeface="Aptos Narrow" panose="020B0004020202020204" pitchFamily="34" charset="0"/>
                      </a:endParaRPr>
                    </a:p>
                  </a:txBody>
                  <a:tcPr marL="65317" marR="6913" marT="6913" marB="41476" anchor="ctr"/>
                </a:tc>
                <a:extLst>
                  <a:ext uri="{0D108BD9-81ED-4DB2-BD59-A6C34878D82A}">
                    <a16:rowId xmlns:a16="http://schemas.microsoft.com/office/drawing/2014/main" val="2765713798"/>
                  </a:ext>
                </a:extLst>
              </a:tr>
              <a:tr h="601407">
                <a:tc>
                  <a:txBody>
                    <a:bodyPr/>
                    <a:lstStyle/>
                    <a:p>
                      <a:pPr algn="l" fontAlgn="b">
                        <a:buNone/>
                      </a:pPr>
                      <a:r>
                        <a:rPr lang="fr-FR" sz="1800" b="1" u="none" strike="noStrike">
                          <a:solidFill>
                            <a:schemeClr val="bg1"/>
                          </a:solidFill>
                          <a:effectLst/>
                        </a:rPr>
                        <a:t>Biais dans la conception</a:t>
                      </a:r>
                      <a:endParaRPr lang="fr-FR" sz="1800" b="1" i="0" u="none" strike="noStrike">
                        <a:solidFill>
                          <a:schemeClr val="bg1"/>
                        </a:solidFill>
                        <a:effectLst/>
                        <a:latin typeface="Aptos Narrow" panose="020B0004020202020204" pitchFamily="34" charset="0"/>
                      </a:endParaRPr>
                    </a:p>
                  </a:txBody>
                  <a:tcPr marL="65317" marR="6913" marT="6913" marB="41476" anchor="ctr"/>
                </a:tc>
                <a:tc>
                  <a:txBody>
                    <a:bodyPr/>
                    <a:lstStyle/>
                    <a:p>
                      <a:pPr algn="l" fontAlgn="b">
                        <a:buNone/>
                      </a:pPr>
                      <a:r>
                        <a:rPr lang="fr-FR" sz="1800" b="0" u="none" strike="noStrike">
                          <a:solidFill>
                            <a:schemeClr val="bg1"/>
                          </a:solidFill>
                          <a:effectLst/>
                        </a:rPr>
                        <a:t>Choix d’objectifs ou critères mal définis (</a:t>
                      </a:r>
                      <a:r>
                        <a:rPr lang="fr-FR" sz="1800" b="0" i="1" u="none" strike="noStrike">
                          <a:solidFill>
                            <a:schemeClr val="bg1"/>
                          </a:solidFill>
                          <a:effectLst/>
                        </a:rPr>
                        <a:t>ex. : viser la performance sans équité</a:t>
                      </a:r>
                      <a:r>
                        <a:rPr lang="fr-FR" sz="1800" b="0" u="none" strike="noStrike">
                          <a:solidFill>
                            <a:schemeClr val="bg1"/>
                          </a:solidFill>
                          <a:effectLst/>
                        </a:rPr>
                        <a:t>)</a:t>
                      </a:r>
                      <a:endParaRPr lang="fr-FR" sz="1800" b="0" i="0" u="none" strike="noStrike">
                        <a:solidFill>
                          <a:schemeClr val="bg1"/>
                        </a:solidFill>
                        <a:effectLst/>
                        <a:latin typeface="Aptos Narrow" panose="020B0004020202020204" pitchFamily="34" charset="0"/>
                      </a:endParaRPr>
                    </a:p>
                  </a:txBody>
                  <a:tcPr marL="65317" marR="6913" marT="6913" marB="41476" anchor="ctr"/>
                </a:tc>
                <a:extLst>
                  <a:ext uri="{0D108BD9-81ED-4DB2-BD59-A6C34878D82A}">
                    <a16:rowId xmlns:a16="http://schemas.microsoft.com/office/drawing/2014/main" val="3162379307"/>
                  </a:ext>
                </a:extLst>
              </a:tr>
              <a:tr h="433407">
                <a:tc>
                  <a:txBody>
                    <a:bodyPr/>
                    <a:lstStyle/>
                    <a:p>
                      <a:pPr algn="l" fontAlgn="b">
                        <a:buNone/>
                      </a:pPr>
                      <a:r>
                        <a:rPr lang="fr-FR" sz="1800" b="1" u="none" strike="noStrike">
                          <a:solidFill>
                            <a:schemeClr val="bg1"/>
                          </a:solidFill>
                          <a:effectLst/>
                        </a:rPr>
                        <a:t>Biais dans l’interprétation</a:t>
                      </a:r>
                      <a:endParaRPr lang="fr-FR" sz="1800" b="1" i="0" u="none" strike="noStrike">
                        <a:solidFill>
                          <a:schemeClr val="bg1"/>
                        </a:solidFill>
                        <a:effectLst/>
                        <a:latin typeface="Aptos Narrow" panose="020B0004020202020204" pitchFamily="34" charset="0"/>
                      </a:endParaRPr>
                    </a:p>
                  </a:txBody>
                  <a:tcPr marL="65317" marR="6913" marT="6913" marB="41476" anchor="ctr"/>
                </a:tc>
                <a:tc>
                  <a:txBody>
                    <a:bodyPr/>
                    <a:lstStyle/>
                    <a:p>
                      <a:pPr algn="l" fontAlgn="b">
                        <a:buNone/>
                      </a:pPr>
                      <a:r>
                        <a:rPr lang="fr-FR" sz="1800" b="0" u="none" strike="noStrike">
                          <a:solidFill>
                            <a:schemeClr val="bg1"/>
                          </a:solidFill>
                          <a:effectLst/>
                        </a:rPr>
                        <a:t>Confiance aveugle dans les résultats IA sans recul critique</a:t>
                      </a:r>
                      <a:endParaRPr lang="fr-FR" sz="1800" b="0" i="0" u="none" strike="noStrike">
                        <a:solidFill>
                          <a:schemeClr val="bg1"/>
                        </a:solidFill>
                        <a:effectLst/>
                        <a:latin typeface="Aptos Narrow" panose="020B0004020202020204" pitchFamily="34" charset="0"/>
                      </a:endParaRPr>
                    </a:p>
                  </a:txBody>
                  <a:tcPr marL="65317" marR="6913" marT="6913" marB="41476" anchor="ctr"/>
                </a:tc>
                <a:extLst>
                  <a:ext uri="{0D108BD9-81ED-4DB2-BD59-A6C34878D82A}">
                    <a16:rowId xmlns:a16="http://schemas.microsoft.com/office/drawing/2014/main" val="1559776974"/>
                  </a:ext>
                </a:extLst>
              </a:tr>
              <a:tr h="601407">
                <a:tc>
                  <a:txBody>
                    <a:bodyPr/>
                    <a:lstStyle/>
                    <a:p>
                      <a:pPr algn="l" fontAlgn="b">
                        <a:buNone/>
                      </a:pPr>
                      <a:r>
                        <a:rPr lang="fr-FR" sz="1800" b="1" u="none" strike="noStrike">
                          <a:solidFill>
                            <a:schemeClr val="bg1"/>
                          </a:solidFill>
                          <a:effectLst/>
                        </a:rPr>
                        <a:t>Biais d’usage</a:t>
                      </a:r>
                      <a:endParaRPr lang="fr-FR" sz="1800" b="1" i="0" u="none" strike="noStrike">
                        <a:solidFill>
                          <a:schemeClr val="bg1"/>
                        </a:solidFill>
                        <a:effectLst/>
                        <a:latin typeface="Aptos Narrow" panose="020B0004020202020204" pitchFamily="34" charset="0"/>
                      </a:endParaRPr>
                    </a:p>
                  </a:txBody>
                  <a:tcPr marL="65317" marR="6913" marT="6913" marB="41476" anchor="ctr"/>
                </a:tc>
                <a:tc>
                  <a:txBody>
                    <a:bodyPr/>
                    <a:lstStyle/>
                    <a:p>
                      <a:pPr algn="l" fontAlgn="b">
                        <a:buNone/>
                      </a:pPr>
                      <a:r>
                        <a:rPr lang="fr-FR" sz="1800" b="0" u="none" strike="noStrike">
                          <a:solidFill>
                            <a:schemeClr val="bg1"/>
                          </a:solidFill>
                          <a:effectLst/>
                        </a:rPr>
                        <a:t>Utilisation de l’outil IA dans un contexte non prévu ou inadapté</a:t>
                      </a:r>
                      <a:endParaRPr lang="fr-FR" sz="1800" b="0" i="0" u="none" strike="noStrike">
                        <a:solidFill>
                          <a:schemeClr val="bg1"/>
                        </a:solidFill>
                        <a:effectLst/>
                        <a:latin typeface="Aptos Narrow" panose="020B0004020202020204" pitchFamily="34" charset="0"/>
                      </a:endParaRPr>
                    </a:p>
                  </a:txBody>
                  <a:tcPr marL="65317" marR="6913" marT="6913" marB="41476" anchor="ctr"/>
                </a:tc>
                <a:extLst>
                  <a:ext uri="{0D108BD9-81ED-4DB2-BD59-A6C34878D82A}">
                    <a16:rowId xmlns:a16="http://schemas.microsoft.com/office/drawing/2014/main" val="2171600577"/>
                  </a:ext>
                </a:extLst>
              </a:tr>
            </a:tbl>
          </a:graphicData>
        </a:graphic>
      </p:graphicFrame>
      <p:sp>
        <p:nvSpPr>
          <p:cNvPr id="14" name="ZoneTexte 13">
            <a:extLst>
              <a:ext uri="{FF2B5EF4-FFF2-40B4-BE49-F238E27FC236}">
                <a16:creationId xmlns:a16="http://schemas.microsoft.com/office/drawing/2014/main" id="{49280B66-5BCC-98A5-D28A-A3D0E58E0BFF}"/>
              </a:ext>
            </a:extLst>
          </p:cNvPr>
          <p:cNvSpPr txBox="1"/>
          <p:nvPr/>
        </p:nvSpPr>
        <p:spPr>
          <a:xfrm>
            <a:off x="2168534" y="277840"/>
            <a:ext cx="8496391"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fr-FR" sz="3600" b="1">
                <a:solidFill>
                  <a:srgbClr val="E10980"/>
                </a:solidFill>
                <a:latin typeface="Segoe UI" panose="020B0502040204020203" pitchFamily="34" charset="0"/>
              </a:rPr>
              <a:t>L</a:t>
            </a:r>
            <a:r>
              <a:rPr kumimoji="0" lang="fr-FR" sz="3600" b="1" i="0" u="none" strike="noStrike" kern="1200" cap="none" spc="0" normalizeH="0" baseline="0" noProof="0">
                <a:ln>
                  <a:noFill/>
                </a:ln>
                <a:solidFill>
                  <a:srgbClr val="E10980"/>
                </a:solidFill>
                <a:effectLst/>
                <a:uLnTx/>
                <a:uFillTx/>
                <a:latin typeface="Segoe UI" panose="020B0502040204020203" pitchFamily="34" charset="0"/>
                <a:ea typeface="+mn-ea"/>
                <a:cs typeface="+mn-cs"/>
              </a:rPr>
              <a:t>es biais algorithmiques</a:t>
            </a:r>
          </a:p>
        </p:txBody>
      </p:sp>
    </p:spTree>
    <p:extLst>
      <p:ext uri="{BB962C8B-B14F-4D97-AF65-F5344CB8AC3E}">
        <p14:creationId xmlns:p14="http://schemas.microsoft.com/office/powerpoint/2010/main" val="113456640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62345"/>
        </a:solidFill>
        <a:effectLst/>
      </p:bgPr>
    </p:bg>
    <p:spTree>
      <p:nvGrpSpPr>
        <p:cNvPr id="1" name=""/>
        <p:cNvGrpSpPr/>
        <p:nvPr/>
      </p:nvGrpSpPr>
      <p:grpSpPr>
        <a:xfrm>
          <a:off x="0" y="0"/>
          <a:ext cx="0" cy="0"/>
          <a:chOff x="0" y="0"/>
          <a:chExt cx="0" cy="0"/>
        </a:xfrm>
      </p:grpSpPr>
      <p:grpSp>
        <p:nvGrpSpPr>
          <p:cNvPr id="3" name="Groupe 2">
            <a:extLst>
              <a:ext uri="{FF2B5EF4-FFF2-40B4-BE49-F238E27FC236}">
                <a16:creationId xmlns:a16="http://schemas.microsoft.com/office/drawing/2014/main" id="{8BF9132C-1220-7E26-BB99-05F593D8AB73}"/>
              </a:ext>
            </a:extLst>
          </p:cNvPr>
          <p:cNvGrpSpPr>
            <a:grpSpLocks/>
          </p:cNvGrpSpPr>
          <p:nvPr/>
        </p:nvGrpSpPr>
        <p:grpSpPr>
          <a:xfrm>
            <a:off x="-1935320" y="0"/>
            <a:ext cx="1798838" cy="1277557"/>
            <a:chOff x="-2064456" y="0"/>
            <a:chExt cx="1982886" cy="1408270"/>
          </a:xfrm>
        </p:grpSpPr>
        <p:sp>
          <p:nvSpPr>
            <p:cNvPr id="16" name="Bleu foncé">
              <a:extLst>
                <a:ext uri="{FF2B5EF4-FFF2-40B4-BE49-F238E27FC236}">
                  <a16:creationId xmlns:a16="http://schemas.microsoft.com/office/drawing/2014/main" id="{E35E8BD2-963D-1122-4CA5-DB9C9FF79DFD}"/>
                </a:ext>
              </a:extLst>
            </p:cNvPr>
            <p:cNvSpPr>
              <a:spLocks/>
            </p:cNvSpPr>
            <p:nvPr/>
          </p:nvSpPr>
          <p:spPr>
            <a:xfrm>
              <a:off x="-369570" y="0"/>
              <a:ext cx="288000" cy="289560"/>
            </a:xfrm>
            <a:prstGeom prst="rect">
              <a:avLst/>
            </a:prstGeom>
            <a:solidFill>
              <a:srgbClr val="2623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Bleu clair">
              <a:extLst>
                <a:ext uri="{FF2B5EF4-FFF2-40B4-BE49-F238E27FC236}">
                  <a16:creationId xmlns:a16="http://schemas.microsoft.com/office/drawing/2014/main" id="{D09B0AB2-DB33-E9B6-74FF-8104AF31A689}"/>
                </a:ext>
              </a:extLst>
            </p:cNvPr>
            <p:cNvSpPr>
              <a:spLocks/>
            </p:cNvSpPr>
            <p:nvPr/>
          </p:nvSpPr>
          <p:spPr>
            <a:xfrm>
              <a:off x="-369570" y="372903"/>
              <a:ext cx="288000" cy="289560"/>
            </a:xfrm>
            <a:prstGeom prst="rect">
              <a:avLst/>
            </a:prstGeom>
            <a:solidFill>
              <a:srgbClr val="59B7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ose">
              <a:extLst>
                <a:ext uri="{FF2B5EF4-FFF2-40B4-BE49-F238E27FC236}">
                  <a16:creationId xmlns:a16="http://schemas.microsoft.com/office/drawing/2014/main" id="{BA3117FC-341F-520C-7AEE-8C714C55999E}"/>
                </a:ext>
              </a:extLst>
            </p:cNvPr>
            <p:cNvSpPr>
              <a:spLocks/>
            </p:cNvSpPr>
            <p:nvPr/>
          </p:nvSpPr>
          <p:spPr>
            <a:xfrm>
              <a:off x="-369570" y="745806"/>
              <a:ext cx="288000" cy="289560"/>
            </a:xfrm>
            <a:prstGeom prst="rect">
              <a:avLst/>
            </a:prstGeom>
            <a:solidFill>
              <a:srgbClr val="E109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ose clair">
              <a:extLst>
                <a:ext uri="{FF2B5EF4-FFF2-40B4-BE49-F238E27FC236}">
                  <a16:creationId xmlns:a16="http://schemas.microsoft.com/office/drawing/2014/main" id="{79E337C4-2B5E-0703-B6B6-A5D50AB9A16A}"/>
                </a:ext>
              </a:extLst>
            </p:cNvPr>
            <p:cNvSpPr>
              <a:spLocks/>
            </p:cNvSpPr>
            <p:nvPr/>
          </p:nvSpPr>
          <p:spPr>
            <a:xfrm>
              <a:off x="-369570" y="1118710"/>
              <a:ext cx="288000" cy="289560"/>
            </a:xfrm>
            <a:prstGeom prst="rect">
              <a:avLst/>
            </a:prstGeom>
            <a:solidFill>
              <a:srgbClr val="C7A5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Code bleu foncée">
              <a:extLst>
                <a:ext uri="{FF2B5EF4-FFF2-40B4-BE49-F238E27FC236}">
                  <a16:creationId xmlns:a16="http://schemas.microsoft.com/office/drawing/2014/main" id="{F1176A4B-5DE4-5F83-13FD-E85C78E4991D}"/>
                </a:ext>
              </a:extLst>
            </p:cNvPr>
            <p:cNvSpPr txBox="1">
              <a:spLocks/>
            </p:cNvSpPr>
            <p:nvPr/>
          </p:nvSpPr>
          <p:spPr>
            <a:xfrm>
              <a:off x="-2064456" y="0"/>
              <a:ext cx="1694885"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R38 V35 B69 #262345</a:t>
              </a:r>
            </a:p>
          </p:txBody>
        </p:sp>
        <p:sp>
          <p:nvSpPr>
            <p:cNvPr id="21" name="Code bleu clair">
              <a:extLst>
                <a:ext uri="{FF2B5EF4-FFF2-40B4-BE49-F238E27FC236}">
                  <a16:creationId xmlns:a16="http://schemas.microsoft.com/office/drawing/2014/main" id="{03926CFE-4D59-0CCA-38CE-7D44CC105F7F}"/>
                </a:ext>
              </a:extLst>
            </p:cNvPr>
            <p:cNvSpPr txBox="1">
              <a:spLocks/>
            </p:cNvSpPr>
            <p:nvPr/>
          </p:nvSpPr>
          <p:spPr>
            <a:xfrm>
              <a:off x="-2064456" y="387349"/>
              <a:ext cx="1694885"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R89 V183 B200 #59B7C8</a:t>
              </a:r>
            </a:p>
          </p:txBody>
        </p:sp>
        <p:sp>
          <p:nvSpPr>
            <p:cNvPr id="22" name="Code rose">
              <a:extLst>
                <a:ext uri="{FF2B5EF4-FFF2-40B4-BE49-F238E27FC236}">
                  <a16:creationId xmlns:a16="http://schemas.microsoft.com/office/drawing/2014/main" id="{68B22960-A958-28B1-E55C-B34CC1DA76D9}"/>
                </a:ext>
              </a:extLst>
            </p:cNvPr>
            <p:cNvSpPr txBox="1">
              <a:spLocks/>
            </p:cNvSpPr>
            <p:nvPr/>
          </p:nvSpPr>
          <p:spPr>
            <a:xfrm>
              <a:off x="-2064456" y="767004"/>
              <a:ext cx="1694885"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R225 V9 B128 #E10980</a:t>
              </a:r>
            </a:p>
          </p:txBody>
        </p:sp>
        <p:sp>
          <p:nvSpPr>
            <p:cNvPr id="23" name="Code rose clair">
              <a:extLst>
                <a:ext uri="{FF2B5EF4-FFF2-40B4-BE49-F238E27FC236}">
                  <a16:creationId xmlns:a16="http://schemas.microsoft.com/office/drawing/2014/main" id="{A3992430-2FE7-3D26-4F57-CEC0A002435C}"/>
                </a:ext>
              </a:extLst>
            </p:cNvPr>
            <p:cNvSpPr txBox="1">
              <a:spLocks/>
            </p:cNvSpPr>
            <p:nvPr/>
          </p:nvSpPr>
          <p:spPr>
            <a:xfrm>
              <a:off x="-2064456" y="1146659"/>
              <a:ext cx="1694885"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R199 V165 B184 #C7A5B8</a:t>
              </a:r>
            </a:p>
          </p:txBody>
        </p:sp>
      </p:grpSp>
      <p:sp>
        <p:nvSpPr>
          <p:cNvPr id="78" name="ZoneTexte 77">
            <a:extLst>
              <a:ext uri="{FF2B5EF4-FFF2-40B4-BE49-F238E27FC236}">
                <a16:creationId xmlns:a16="http://schemas.microsoft.com/office/drawing/2014/main" id="{CB40F597-D352-81F9-F076-642C8DA626C5}"/>
              </a:ext>
            </a:extLst>
          </p:cNvPr>
          <p:cNvSpPr txBox="1"/>
          <p:nvPr/>
        </p:nvSpPr>
        <p:spPr>
          <a:xfrm>
            <a:off x="2724527" y="7714928"/>
            <a:ext cx="4942680" cy="51110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7" b="1" i="0" u="none" strike="noStrike" kern="1200" cap="none" spc="0" normalizeH="0" baseline="0" noProof="0">
                <a:ln>
                  <a:noFill/>
                </a:ln>
                <a:solidFill>
                  <a:prstClr val="white"/>
                </a:solidFill>
                <a:effectLst/>
                <a:uLnTx/>
                <a:uFillTx/>
                <a:latin typeface="Aptos" panose="02110004020202020204"/>
                <a:ea typeface="+mn-ea"/>
                <a:cs typeface="+mn-cs"/>
              </a:rPr>
              <a:t>ATP Formation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7" b="0" i="0" u="none" strike="noStrike" kern="1200" cap="none" spc="0" normalizeH="0" baseline="0" noProof="0">
                <a:ln>
                  <a:noFill/>
                </a:ln>
                <a:solidFill>
                  <a:prstClr val="white"/>
                </a:solidFill>
                <a:effectLst/>
                <a:uLnTx/>
                <a:uFillTx/>
                <a:latin typeface="Aptos" panose="02110004020202020204"/>
                <a:ea typeface="+mn-ea"/>
                <a:cs typeface="+mn-cs"/>
              </a:rPr>
              <a:t>31 avenue du Grenier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7" b="0" i="0" u="none" strike="noStrike" kern="1200" cap="none" spc="0" normalizeH="0" baseline="0" noProof="0">
                <a:ln>
                  <a:noFill/>
                </a:ln>
                <a:solidFill>
                  <a:prstClr val="white"/>
                </a:solidFill>
                <a:effectLst/>
                <a:uLnTx/>
                <a:uFillTx/>
                <a:latin typeface="Aptos" panose="02110004020202020204"/>
                <a:ea typeface="+mn-ea"/>
                <a:cs typeface="+mn-cs"/>
              </a:rPr>
              <a:t>38240 Meylan - Tél : 04 76 41 14 20 - contact@atp-formation.com - www.atp-formation.com</a:t>
            </a:r>
          </a:p>
        </p:txBody>
      </p:sp>
      <p:grpSp>
        <p:nvGrpSpPr>
          <p:cNvPr id="58" name="Groupe 57">
            <a:extLst>
              <a:ext uri="{FF2B5EF4-FFF2-40B4-BE49-F238E27FC236}">
                <a16:creationId xmlns:a16="http://schemas.microsoft.com/office/drawing/2014/main" id="{1A1E0B04-0497-B0DB-B712-5B393F3F6689}"/>
              </a:ext>
            </a:extLst>
          </p:cNvPr>
          <p:cNvGrpSpPr/>
          <p:nvPr/>
        </p:nvGrpSpPr>
        <p:grpSpPr>
          <a:xfrm>
            <a:off x="1579850" y="1486660"/>
            <a:ext cx="4408904" cy="4998734"/>
            <a:chOff x="221297" y="1408270"/>
            <a:chExt cx="2667441" cy="1911601"/>
          </a:xfrm>
        </p:grpSpPr>
        <p:sp>
          <p:nvSpPr>
            <p:cNvPr id="30" name="Rectangle : coins arrondis 29">
              <a:extLst>
                <a:ext uri="{FF2B5EF4-FFF2-40B4-BE49-F238E27FC236}">
                  <a16:creationId xmlns:a16="http://schemas.microsoft.com/office/drawing/2014/main" id="{D472A28A-E34D-4148-6451-24D08EFD96BB}"/>
                </a:ext>
              </a:extLst>
            </p:cNvPr>
            <p:cNvSpPr/>
            <p:nvPr/>
          </p:nvSpPr>
          <p:spPr>
            <a:xfrm>
              <a:off x="221297" y="1408270"/>
              <a:ext cx="2667441" cy="1911601"/>
            </a:xfrm>
            <a:prstGeom prst="roundRect">
              <a:avLst>
                <a:gd name="adj" fmla="val 812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9" name="ZoneTexte 28">
              <a:extLst>
                <a:ext uri="{FF2B5EF4-FFF2-40B4-BE49-F238E27FC236}">
                  <a16:creationId xmlns:a16="http://schemas.microsoft.com/office/drawing/2014/main" id="{2A667478-DD34-5F2F-F810-0F717AC846C8}"/>
                </a:ext>
              </a:extLst>
            </p:cNvPr>
            <p:cNvSpPr txBox="1"/>
            <p:nvPr/>
          </p:nvSpPr>
          <p:spPr>
            <a:xfrm>
              <a:off x="289560" y="1437659"/>
              <a:ext cx="2510466" cy="18205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2540" b="1" i="0" u="none" strike="noStrike" kern="1200" cap="none" spc="0" normalizeH="0" baseline="0" noProof="0">
                  <a:ln>
                    <a:noFill/>
                  </a:ln>
                  <a:solidFill>
                    <a:srgbClr val="262345"/>
                  </a:solidFill>
                  <a:effectLst/>
                  <a:uLnTx/>
                  <a:uFillTx/>
                  <a:latin typeface="Segoe UI" panose="020B0502040204020203" pitchFamily="34" charset="0"/>
                  <a:ea typeface="+mn-ea"/>
                  <a:cs typeface="+mn-cs"/>
                </a:rPr>
                <a:t>🧭 Exemples concrets de biais</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2177" b="1" i="0" u="none" strike="noStrike" kern="1200" cap="none" spc="0" normalizeH="0" baseline="0" noProof="0">
                  <a:ln>
                    <a:noFill/>
                  </a:ln>
                  <a:solidFill>
                    <a:prstClr val="black"/>
                  </a:solidFill>
                  <a:effectLst/>
                  <a:uLnTx/>
                  <a:uFillTx/>
                  <a:latin typeface="Aptos" panose="02110004020202020204"/>
                  <a:ea typeface="+mn-ea"/>
                  <a:cs typeface="+mn-cs"/>
                </a:rPr>
                <a:t>Recrutement IA </a:t>
              </a: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 un algorithme formé sur des données historiques favorise des profils masculins</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2177" b="1" i="0" u="none" strike="noStrike" kern="1200" cap="none" spc="0" normalizeH="0" baseline="0" noProof="0">
                  <a:ln>
                    <a:noFill/>
                  </a:ln>
                  <a:solidFill>
                    <a:prstClr val="black"/>
                  </a:solidFill>
                  <a:effectLst/>
                  <a:uLnTx/>
                  <a:uFillTx/>
                  <a:latin typeface="Aptos" panose="02110004020202020204"/>
                  <a:ea typeface="+mn-ea"/>
                  <a:cs typeface="+mn-cs"/>
                </a:rPr>
                <a:t>Reconnaissance faciale </a:t>
              </a: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 taux d’erreurs plus élevé pour les personnes racisées</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2177" b="1" i="0" u="none" strike="noStrike" kern="1200" cap="none" spc="0" normalizeH="0" baseline="0" noProof="0">
                  <a:ln>
                    <a:noFill/>
                  </a:ln>
                  <a:solidFill>
                    <a:prstClr val="black"/>
                  </a:solidFill>
                  <a:effectLst/>
                  <a:uLnTx/>
                  <a:uFillTx/>
                  <a:latin typeface="Aptos" panose="02110004020202020204"/>
                  <a:ea typeface="+mn-ea"/>
                  <a:cs typeface="+mn-cs"/>
                </a:rPr>
                <a:t>Recommandation produits </a:t>
              </a: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 les femmes reçoivent des publicités pour des postes moins rémunérés</a:t>
              </a:r>
            </a:p>
          </p:txBody>
        </p:sp>
      </p:grpSp>
      <p:grpSp>
        <p:nvGrpSpPr>
          <p:cNvPr id="4" name="Groupe 3">
            <a:extLst>
              <a:ext uri="{FF2B5EF4-FFF2-40B4-BE49-F238E27FC236}">
                <a16:creationId xmlns:a16="http://schemas.microsoft.com/office/drawing/2014/main" id="{3E46B2E5-4DA6-AC56-D587-9758871A9DAD}"/>
              </a:ext>
            </a:extLst>
          </p:cNvPr>
          <p:cNvGrpSpPr/>
          <p:nvPr/>
        </p:nvGrpSpPr>
        <p:grpSpPr>
          <a:xfrm>
            <a:off x="6203247" y="1486661"/>
            <a:ext cx="4408904" cy="4998647"/>
            <a:chOff x="221297" y="1409901"/>
            <a:chExt cx="2667441" cy="1352814"/>
          </a:xfrm>
        </p:grpSpPr>
        <p:sp>
          <p:nvSpPr>
            <p:cNvPr id="5" name="Rectangle : coins arrondis 4">
              <a:extLst>
                <a:ext uri="{FF2B5EF4-FFF2-40B4-BE49-F238E27FC236}">
                  <a16:creationId xmlns:a16="http://schemas.microsoft.com/office/drawing/2014/main" id="{C853D7AB-690F-D3E6-96E9-165CDBDB8160}"/>
                </a:ext>
              </a:extLst>
            </p:cNvPr>
            <p:cNvSpPr/>
            <p:nvPr/>
          </p:nvSpPr>
          <p:spPr>
            <a:xfrm>
              <a:off x="221297" y="1409901"/>
              <a:ext cx="2667441" cy="1352814"/>
            </a:xfrm>
            <a:prstGeom prst="roundRect">
              <a:avLst>
                <a:gd name="adj" fmla="val 812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544"/>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ZoneTexte 5">
              <a:extLst>
                <a:ext uri="{FF2B5EF4-FFF2-40B4-BE49-F238E27FC236}">
                  <a16:creationId xmlns:a16="http://schemas.microsoft.com/office/drawing/2014/main" id="{03F4A747-53AB-A335-8513-7602577EC77A}"/>
                </a:ext>
              </a:extLst>
            </p:cNvPr>
            <p:cNvSpPr txBox="1"/>
            <p:nvPr/>
          </p:nvSpPr>
          <p:spPr>
            <a:xfrm>
              <a:off x="289560" y="1430405"/>
              <a:ext cx="2599178" cy="11259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2540" b="1" i="0" u="none" strike="noStrike" kern="1200" cap="none" spc="0" normalizeH="0" baseline="0" noProof="0">
                  <a:ln>
                    <a:noFill/>
                  </a:ln>
                  <a:solidFill>
                    <a:srgbClr val="262345"/>
                  </a:solidFill>
                  <a:effectLst/>
                  <a:uLnTx/>
                  <a:uFillTx/>
                  <a:latin typeface="Segoe UI" panose="020B0502040204020203" pitchFamily="34" charset="0"/>
                  <a:ea typeface="+mn-ea"/>
                  <a:cs typeface="+mn-cs"/>
                </a:rPr>
                <a:t>🎯 Pourquoi c’est un enjeu critique ?</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2177" b="1" i="0" u="none" strike="noStrike" kern="1200" cap="none" spc="0" normalizeH="0" baseline="0" noProof="0">
                  <a:ln>
                    <a:noFill/>
                  </a:ln>
                  <a:solidFill>
                    <a:prstClr val="black"/>
                  </a:solidFill>
                  <a:effectLst/>
                  <a:uLnTx/>
                  <a:uFillTx/>
                  <a:latin typeface="Aptos" panose="02110004020202020204"/>
                  <a:ea typeface="+mn-ea"/>
                  <a:cs typeface="+mn-cs"/>
                </a:rPr>
                <a:t>Injustice ou discrimination </a:t>
              </a: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involontaire</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2177" b="1" i="0" u="none" strike="noStrike" kern="1200" cap="none" spc="0" normalizeH="0" baseline="0" noProof="0">
                  <a:ln>
                    <a:noFill/>
                  </a:ln>
                  <a:solidFill>
                    <a:prstClr val="black"/>
                  </a:solidFill>
                  <a:effectLst/>
                  <a:uLnTx/>
                  <a:uFillTx/>
                  <a:latin typeface="Aptos" panose="02110004020202020204"/>
                  <a:ea typeface="+mn-ea"/>
                  <a:cs typeface="+mn-cs"/>
                </a:rPr>
                <a:t>Perte de confiance </a:t>
              </a: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des utilisateurs ou du public</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2177" b="1" i="0" u="none" strike="noStrike" kern="1200" cap="none" spc="0" normalizeH="0" baseline="0" noProof="0">
                  <a:ln>
                    <a:noFill/>
                  </a:ln>
                  <a:solidFill>
                    <a:prstClr val="black"/>
                  </a:solidFill>
                  <a:effectLst/>
                  <a:uLnTx/>
                  <a:uFillTx/>
                  <a:latin typeface="Aptos" panose="02110004020202020204"/>
                  <a:ea typeface="+mn-ea"/>
                  <a:cs typeface="+mn-cs"/>
                </a:rPr>
                <a:t>Risque juridique </a:t>
              </a: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a:t>
              </a:r>
              <a:r>
                <a:rPr kumimoji="0" lang="fr-FR" sz="2177" b="0" i="1" u="none" strike="noStrike" kern="1200" cap="none" spc="0" normalizeH="0" baseline="0" noProof="0">
                  <a:ln>
                    <a:noFill/>
                  </a:ln>
                  <a:solidFill>
                    <a:prstClr val="black"/>
                  </a:solidFill>
                  <a:effectLst/>
                  <a:uLnTx/>
                  <a:uFillTx/>
                  <a:latin typeface="Aptos" panose="02110004020202020204"/>
                  <a:ea typeface="+mn-ea"/>
                  <a:cs typeface="+mn-cs"/>
                </a:rPr>
                <a:t>non-conformité au RGPD ou à l’AI </a:t>
              </a:r>
              <a:r>
                <a:rPr kumimoji="0" lang="fr-FR" sz="2177" b="0" i="1" u="none" strike="noStrike" kern="1200" cap="none" spc="0" normalizeH="0" baseline="0" noProof="0" err="1">
                  <a:ln>
                    <a:noFill/>
                  </a:ln>
                  <a:solidFill>
                    <a:prstClr val="black"/>
                  </a:solidFill>
                  <a:effectLst/>
                  <a:uLnTx/>
                  <a:uFillTx/>
                  <a:latin typeface="Aptos" panose="02110004020202020204"/>
                  <a:ea typeface="+mn-ea"/>
                  <a:cs typeface="+mn-cs"/>
                </a:rPr>
                <a:t>Ac</a:t>
              </a:r>
              <a:r>
                <a:rPr kumimoji="0" lang="fr-FR" sz="2177" b="0" i="0" u="none" strike="noStrike" kern="1200" cap="none" spc="0" normalizeH="0" baseline="0" noProof="0" err="1">
                  <a:ln>
                    <a:noFill/>
                  </a:ln>
                  <a:solidFill>
                    <a:prstClr val="black"/>
                  </a:solidFill>
                  <a:effectLst/>
                  <a:uLnTx/>
                  <a:uFillTx/>
                  <a:latin typeface="Aptos" panose="02110004020202020204"/>
                  <a:ea typeface="+mn-ea"/>
                  <a:cs typeface="+mn-cs"/>
                </a:rPr>
                <a:t>t</a:t>
              </a: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2177" b="1" i="0" u="none" strike="noStrike" kern="1200" cap="none" spc="0" normalizeH="0" baseline="0" noProof="0">
                  <a:ln>
                    <a:noFill/>
                  </a:ln>
                  <a:solidFill>
                    <a:prstClr val="black"/>
                  </a:solidFill>
                  <a:effectLst/>
                  <a:uLnTx/>
                  <a:uFillTx/>
                  <a:latin typeface="Aptos" panose="02110004020202020204"/>
                  <a:ea typeface="+mn-ea"/>
                  <a:cs typeface="+mn-cs"/>
                </a:rPr>
                <a:t>Biais auto-renforcés </a:t>
              </a:r>
              <a:r>
                <a:rPr kumimoji="0" lang="fr-FR" sz="2177" b="0" i="0" u="none" strike="noStrike" kern="1200" cap="none" spc="0" normalizeH="0" baseline="0" noProof="0">
                  <a:ln>
                    <a:noFill/>
                  </a:ln>
                  <a:solidFill>
                    <a:prstClr val="black"/>
                  </a:solidFill>
                  <a:effectLst/>
                  <a:uLnTx/>
                  <a:uFillTx/>
                  <a:latin typeface="Aptos" panose="02110004020202020204"/>
                  <a:ea typeface="+mn-ea"/>
                  <a:cs typeface="+mn-cs"/>
                </a:rPr>
                <a:t>: les erreurs du système biaisent les futures décisions</a:t>
              </a:r>
            </a:p>
          </p:txBody>
        </p:sp>
      </p:grpSp>
    </p:spTree>
    <p:extLst>
      <p:ext uri="{BB962C8B-B14F-4D97-AF65-F5344CB8AC3E}">
        <p14:creationId xmlns:p14="http://schemas.microsoft.com/office/powerpoint/2010/main" val="150504874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10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62345"/>
        </a:solidFill>
        <a:effectLst/>
      </p:bgPr>
    </p:bg>
    <p:spTree>
      <p:nvGrpSpPr>
        <p:cNvPr id="1" name="">
          <a:extLst>
            <a:ext uri="{FF2B5EF4-FFF2-40B4-BE49-F238E27FC236}">
              <a16:creationId xmlns:a16="http://schemas.microsoft.com/office/drawing/2014/main" id="{24FDEC88-43AF-7FEB-EBF7-7B968ADF03E0}"/>
            </a:ext>
          </a:extLst>
        </p:cNvPr>
        <p:cNvGrpSpPr/>
        <p:nvPr/>
      </p:nvGrpSpPr>
      <p:grpSpPr>
        <a:xfrm>
          <a:off x="0" y="0"/>
          <a:ext cx="0" cy="0"/>
          <a:chOff x="0" y="0"/>
          <a:chExt cx="0" cy="0"/>
        </a:xfrm>
      </p:grpSpPr>
      <p:grpSp>
        <p:nvGrpSpPr>
          <p:cNvPr id="3" name="Groupe 2">
            <a:extLst>
              <a:ext uri="{FF2B5EF4-FFF2-40B4-BE49-F238E27FC236}">
                <a16:creationId xmlns:a16="http://schemas.microsoft.com/office/drawing/2014/main" id="{F846B2FE-3CD4-037C-7033-4C514A42B32D}"/>
              </a:ext>
            </a:extLst>
          </p:cNvPr>
          <p:cNvGrpSpPr>
            <a:grpSpLocks/>
          </p:cNvGrpSpPr>
          <p:nvPr/>
        </p:nvGrpSpPr>
        <p:grpSpPr>
          <a:xfrm>
            <a:off x="-1935320" y="0"/>
            <a:ext cx="1798838" cy="1277557"/>
            <a:chOff x="-2064456" y="0"/>
            <a:chExt cx="1982886" cy="1408270"/>
          </a:xfrm>
        </p:grpSpPr>
        <p:sp>
          <p:nvSpPr>
            <p:cNvPr id="16" name="Bleu foncé">
              <a:extLst>
                <a:ext uri="{FF2B5EF4-FFF2-40B4-BE49-F238E27FC236}">
                  <a16:creationId xmlns:a16="http://schemas.microsoft.com/office/drawing/2014/main" id="{40633656-9709-CE18-9BE9-B6BBD0DF78ED}"/>
                </a:ext>
              </a:extLst>
            </p:cNvPr>
            <p:cNvSpPr>
              <a:spLocks/>
            </p:cNvSpPr>
            <p:nvPr/>
          </p:nvSpPr>
          <p:spPr>
            <a:xfrm>
              <a:off x="-369570" y="0"/>
              <a:ext cx="288000" cy="289560"/>
            </a:xfrm>
            <a:prstGeom prst="rect">
              <a:avLst/>
            </a:prstGeom>
            <a:solidFill>
              <a:srgbClr val="2623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Bleu clair">
              <a:extLst>
                <a:ext uri="{FF2B5EF4-FFF2-40B4-BE49-F238E27FC236}">
                  <a16:creationId xmlns:a16="http://schemas.microsoft.com/office/drawing/2014/main" id="{838E23A1-73A1-A590-2E17-543C64815F7C}"/>
                </a:ext>
              </a:extLst>
            </p:cNvPr>
            <p:cNvSpPr>
              <a:spLocks/>
            </p:cNvSpPr>
            <p:nvPr/>
          </p:nvSpPr>
          <p:spPr>
            <a:xfrm>
              <a:off x="-369570" y="372903"/>
              <a:ext cx="288000" cy="289560"/>
            </a:xfrm>
            <a:prstGeom prst="rect">
              <a:avLst/>
            </a:prstGeom>
            <a:solidFill>
              <a:srgbClr val="59B7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ose">
              <a:extLst>
                <a:ext uri="{FF2B5EF4-FFF2-40B4-BE49-F238E27FC236}">
                  <a16:creationId xmlns:a16="http://schemas.microsoft.com/office/drawing/2014/main" id="{CCE27DEF-8D21-5FFA-9325-369B244BF22E}"/>
                </a:ext>
              </a:extLst>
            </p:cNvPr>
            <p:cNvSpPr>
              <a:spLocks/>
            </p:cNvSpPr>
            <p:nvPr/>
          </p:nvSpPr>
          <p:spPr>
            <a:xfrm>
              <a:off x="-369570" y="745806"/>
              <a:ext cx="288000" cy="289560"/>
            </a:xfrm>
            <a:prstGeom prst="rect">
              <a:avLst/>
            </a:prstGeom>
            <a:solidFill>
              <a:srgbClr val="E109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ose clair">
              <a:extLst>
                <a:ext uri="{FF2B5EF4-FFF2-40B4-BE49-F238E27FC236}">
                  <a16:creationId xmlns:a16="http://schemas.microsoft.com/office/drawing/2014/main" id="{6EFBB60C-461D-C9DE-BBA9-0EF868C179CB}"/>
                </a:ext>
              </a:extLst>
            </p:cNvPr>
            <p:cNvSpPr>
              <a:spLocks/>
            </p:cNvSpPr>
            <p:nvPr/>
          </p:nvSpPr>
          <p:spPr>
            <a:xfrm>
              <a:off x="-369570" y="1118710"/>
              <a:ext cx="288000" cy="289560"/>
            </a:xfrm>
            <a:prstGeom prst="rect">
              <a:avLst/>
            </a:prstGeom>
            <a:solidFill>
              <a:srgbClr val="C7A5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Code bleu foncée">
              <a:extLst>
                <a:ext uri="{FF2B5EF4-FFF2-40B4-BE49-F238E27FC236}">
                  <a16:creationId xmlns:a16="http://schemas.microsoft.com/office/drawing/2014/main" id="{0C5ABA5B-F8D0-1F9F-4D90-53777A45D124}"/>
                </a:ext>
              </a:extLst>
            </p:cNvPr>
            <p:cNvSpPr txBox="1">
              <a:spLocks/>
            </p:cNvSpPr>
            <p:nvPr/>
          </p:nvSpPr>
          <p:spPr>
            <a:xfrm>
              <a:off x="-2064456" y="0"/>
              <a:ext cx="1694885"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R38 V35 B69 #262345</a:t>
              </a:r>
            </a:p>
          </p:txBody>
        </p:sp>
        <p:sp>
          <p:nvSpPr>
            <p:cNvPr id="21" name="Code bleu clair">
              <a:extLst>
                <a:ext uri="{FF2B5EF4-FFF2-40B4-BE49-F238E27FC236}">
                  <a16:creationId xmlns:a16="http://schemas.microsoft.com/office/drawing/2014/main" id="{9E06CDAC-931B-D476-7AE4-E7239586FFF9}"/>
                </a:ext>
              </a:extLst>
            </p:cNvPr>
            <p:cNvSpPr txBox="1">
              <a:spLocks/>
            </p:cNvSpPr>
            <p:nvPr/>
          </p:nvSpPr>
          <p:spPr>
            <a:xfrm>
              <a:off x="-2064456" y="387349"/>
              <a:ext cx="1694885"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R89 V183 B200 #59B7C8</a:t>
              </a:r>
            </a:p>
          </p:txBody>
        </p:sp>
        <p:sp>
          <p:nvSpPr>
            <p:cNvPr id="22" name="Code rose">
              <a:extLst>
                <a:ext uri="{FF2B5EF4-FFF2-40B4-BE49-F238E27FC236}">
                  <a16:creationId xmlns:a16="http://schemas.microsoft.com/office/drawing/2014/main" id="{EE406442-6BD8-BEE2-FFC2-BE7E7869BBB7}"/>
                </a:ext>
              </a:extLst>
            </p:cNvPr>
            <p:cNvSpPr txBox="1">
              <a:spLocks/>
            </p:cNvSpPr>
            <p:nvPr/>
          </p:nvSpPr>
          <p:spPr>
            <a:xfrm>
              <a:off x="-2064456" y="767004"/>
              <a:ext cx="1694885"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R225 V9 B128 #E10980</a:t>
              </a:r>
            </a:p>
          </p:txBody>
        </p:sp>
        <p:sp>
          <p:nvSpPr>
            <p:cNvPr id="23" name="Code rose clair">
              <a:extLst>
                <a:ext uri="{FF2B5EF4-FFF2-40B4-BE49-F238E27FC236}">
                  <a16:creationId xmlns:a16="http://schemas.microsoft.com/office/drawing/2014/main" id="{2BD56F39-168C-ECB9-966A-62F275AB784E}"/>
                </a:ext>
              </a:extLst>
            </p:cNvPr>
            <p:cNvSpPr txBox="1">
              <a:spLocks/>
            </p:cNvSpPr>
            <p:nvPr/>
          </p:nvSpPr>
          <p:spPr>
            <a:xfrm>
              <a:off x="-2064456" y="1146659"/>
              <a:ext cx="1694885"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53" b="0" i="0" u="none" strike="noStrike" kern="1200" cap="none" spc="0" normalizeH="0" baseline="0" noProof="0">
                  <a:ln>
                    <a:noFill/>
                  </a:ln>
                  <a:solidFill>
                    <a:prstClr val="black"/>
                  </a:solidFill>
                  <a:effectLst/>
                  <a:uLnTx/>
                  <a:uFillTx/>
                  <a:latin typeface="Aptos" panose="02110004020202020204"/>
                  <a:ea typeface="+mn-ea"/>
                  <a:cs typeface="+mn-cs"/>
                </a:rPr>
                <a:t>R199 V165 B184 #C7A5B8</a:t>
              </a:r>
            </a:p>
          </p:txBody>
        </p:sp>
      </p:grpSp>
      <p:sp>
        <p:nvSpPr>
          <p:cNvPr id="77" name="Rectangle : coins arrondis 76">
            <a:extLst>
              <a:ext uri="{FF2B5EF4-FFF2-40B4-BE49-F238E27FC236}">
                <a16:creationId xmlns:a16="http://schemas.microsoft.com/office/drawing/2014/main" id="{69CC48EC-4356-CC85-7FD8-63C8567952AD}"/>
              </a:ext>
            </a:extLst>
          </p:cNvPr>
          <p:cNvSpPr/>
          <p:nvPr/>
        </p:nvSpPr>
        <p:spPr>
          <a:xfrm>
            <a:off x="7421582" y="1277556"/>
            <a:ext cx="3401977" cy="5164025"/>
          </a:xfrm>
          <a:prstGeom prst="roundRect">
            <a:avLst>
              <a:gd name="adj" fmla="val 8004"/>
            </a:avLst>
          </a:prstGeom>
          <a:solidFill>
            <a:srgbClr val="E10980"/>
          </a:solidFill>
          <a:ln>
            <a:noFill/>
          </a:ln>
        </p:spPr>
        <p:style>
          <a:lnRef idx="2">
            <a:schemeClr val="accent1">
              <a:shade val="15000"/>
            </a:schemeClr>
          </a:lnRef>
          <a:fillRef idx="1">
            <a:schemeClr val="accent1"/>
          </a:fillRef>
          <a:effectRef idx="0">
            <a:schemeClr val="accent1"/>
          </a:effectRef>
          <a:fontRef idx="minor">
            <a:schemeClr val="lt1"/>
          </a:fontRef>
        </p:style>
        <p:txBody>
          <a:bodyPr lIns="130634" tIns="32659" rIns="32659" bIns="32659" rtlCol="0" anchor="ctr"/>
          <a:lstStyle/>
          <a:p>
            <a:pPr marL="0" marR="0" lvl="0" indent="0" algn="l" defTabSz="914400" rtl="0" eaLnBrk="1" fontAlgn="auto" latinLnBrk="0" hangingPunct="1">
              <a:lnSpc>
                <a:spcPct val="100000"/>
              </a:lnSpc>
              <a:spcBef>
                <a:spcPts val="0"/>
              </a:spcBef>
              <a:spcAft>
                <a:spcPts val="2177"/>
              </a:spcAft>
              <a:buClrTx/>
              <a:buSzTx/>
              <a:buFontTx/>
              <a:buNone/>
              <a:tabLst/>
              <a:defRPr/>
            </a:pPr>
            <a:r>
              <a:rPr kumimoji="0" lang="fr-FR" sz="2540" b="1" i="0" u="none" strike="noStrike" kern="1200" cap="none" spc="0" normalizeH="0" baseline="0" noProof="0">
                <a:ln>
                  <a:noFill/>
                </a:ln>
                <a:solidFill>
                  <a:prstClr val="white"/>
                </a:solidFill>
                <a:effectLst/>
                <a:uLnTx/>
                <a:uFillTx/>
                <a:latin typeface="Segoe UI" panose="020B0502040204020203" pitchFamily="34" charset="0"/>
                <a:ea typeface="+mn-ea"/>
                <a:cs typeface="+mn-cs"/>
              </a:rPr>
              <a:t>📌 À retenir :</a:t>
            </a:r>
            <a:endParaRPr kumimoji="0" lang="fr-FR" sz="2540" b="0" i="0" u="none" strike="noStrike" kern="1200" cap="none" spc="0" normalizeH="0" baseline="0" noProof="0">
              <a:ln>
                <a:noFill/>
              </a:ln>
              <a:solidFill>
                <a:prstClr val="white"/>
              </a:solidFill>
              <a:effectLst/>
              <a:uLnTx/>
              <a:uFillTx/>
              <a:latin typeface="Segoe UI" panose="020B0502040204020203" pitchFamily="34" charset="0"/>
              <a:ea typeface="+mn-ea"/>
              <a:cs typeface="+mn-cs"/>
            </a:endParaRPr>
          </a:p>
          <a:p>
            <a:pPr marL="259232" marR="0" lvl="0" indent="-259232" algn="l" defTabSz="914400" rtl="0" eaLnBrk="1" fontAlgn="auto" latinLnBrk="0" hangingPunct="1">
              <a:lnSpc>
                <a:spcPct val="100000"/>
              </a:lnSpc>
              <a:spcBef>
                <a:spcPts val="0"/>
              </a:spcBef>
              <a:spcAft>
                <a:spcPts val="1089"/>
              </a:spcAft>
              <a:buClrTx/>
              <a:buSzTx/>
              <a:buFont typeface="Wingdings" panose="05000000000000000000" pitchFamily="2" charset="2"/>
              <a:buChar char="§"/>
              <a:tabLst/>
              <a:defRPr/>
            </a:pPr>
            <a:r>
              <a:rPr kumimoji="0" lang="fr-FR" sz="1814" b="0" i="0" u="none" strike="noStrike" kern="1200" cap="none" spc="0" normalizeH="0" baseline="0" noProof="0">
                <a:ln>
                  <a:noFill/>
                </a:ln>
                <a:solidFill>
                  <a:prstClr val="white"/>
                </a:solidFill>
                <a:effectLst/>
                <a:uLnTx/>
                <a:uFillTx/>
                <a:latin typeface="Aptos" panose="02110004020202020204"/>
                <a:ea typeface="+mn-ea"/>
                <a:cs typeface="+mn-cs"/>
              </a:rPr>
              <a:t>Il n’existe </a:t>
            </a:r>
            <a:r>
              <a:rPr kumimoji="0" lang="fr-FR" sz="1814" b="1" i="0" u="none" strike="noStrike" kern="1200" cap="none" spc="0" normalizeH="0" baseline="0" noProof="0">
                <a:ln>
                  <a:noFill/>
                </a:ln>
                <a:solidFill>
                  <a:prstClr val="white"/>
                </a:solidFill>
                <a:effectLst/>
                <a:uLnTx/>
                <a:uFillTx/>
                <a:latin typeface="Aptos" panose="02110004020202020204"/>
                <a:ea typeface="+mn-ea"/>
                <a:cs typeface="+mn-cs"/>
              </a:rPr>
              <a:t>aucune IA neutre par défaut.</a:t>
            </a:r>
          </a:p>
          <a:p>
            <a:pPr marL="259232" marR="0" lvl="0" indent="-259232" algn="l" defTabSz="914400" rtl="0" eaLnBrk="1" fontAlgn="auto" latinLnBrk="0" hangingPunct="1">
              <a:lnSpc>
                <a:spcPct val="100000"/>
              </a:lnSpc>
              <a:spcBef>
                <a:spcPts val="0"/>
              </a:spcBef>
              <a:spcAft>
                <a:spcPts val="1089"/>
              </a:spcAft>
              <a:buClrTx/>
              <a:buSzTx/>
              <a:buFont typeface="Wingdings" panose="05000000000000000000" pitchFamily="2" charset="2"/>
              <a:buChar char="§"/>
              <a:tabLst/>
              <a:defRPr/>
            </a:pPr>
            <a:r>
              <a:rPr kumimoji="0" lang="fr-FR" sz="1814" b="0" i="0" u="none" strike="noStrike" kern="1200" cap="none" spc="0" normalizeH="0" baseline="0" noProof="0">
                <a:ln>
                  <a:noFill/>
                </a:ln>
                <a:solidFill>
                  <a:prstClr val="white"/>
                </a:solidFill>
                <a:effectLst/>
                <a:uLnTx/>
                <a:uFillTx/>
                <a:latin typeface="Aptos" panose="02110004020202020204"/>
                <a:ea typeface="+mn-ea"/>
                <a:cs typeface="+mn-cs"/>
              </a:rPr>
              <a:t>Les biais ne sont pas une faute, mais </a:t>
            </a:r>
            <a:r>
              <a:rPr kumimoji="0" lang="fr-FR" sz="1814" b="1" i="0" u="none" strike="noStrike" kern="1200" cap="none" spc="0" normalizeH="0" baseline="0" noProof="0">
                <a:ln>
                  <a:noFill/>
                </a:ln>
                <a:solidFill>
                  <a:prstClr val="white"/>
                </a:solidFill>
                <a:effectLst/>
                <a:uLnTx/>
                <a:uFillTx/>
                <a:latin typeface="Aptos" panose="02110004020202020204"/>
                <a:ea typeface="+mn-ea"/>
                <a:cs typeface="+mn-cs"/>
              </a:rPr>
              <a:t>une réalité à encadrer et corriger activement.</a:t>
            </a:r>
          </a:p>
          <a:p>
            <a:pPr marL="259232" marR="0" lvl="0" indent="-259232" algn="l" defTabSz="914400" rtl="0" eaLnBrk="1" fontAlgn="auto" latinLnBrk="0" hangingPunct="1">
              <a:lnSpc>
                <a:spcPct val="100000"/>
              </a:lnSpc>
              <a:spcBef>
                <a:spcPts val="0"/>
              </a:spcBef>
              <a:spcAft>
                <a:spcPts val="1089"/>
              </a:spcAft>
              <a:buClrTx/>
              <a:buSzTx/>
              <a:buFont typeface="Wingdings" panose="05000000000000000000" pitchFamily="2" charset="2"/>
              <a:buChar char="§"/>
              <a:tabLst/>
              <a:defRPr/>
            </a:pPr>
            <a:r>
              <a:rPr kumimoji="0" lang="fr-FR" sz="1814" b="0" i="0" u="none" strike="noStrike" kern="1200" cap="none" spc="0" normalizeH="0" baseline="0" noProof="0">
                <a:ln>
                  <a:noFill/>
                </a:ln>
                <a:solidFill>
                  <a:prstClr val="white"/>
                </a:solidFill>
                <a:effectLst/>
                <a:uLnTx/>
                <a:uFillTx/>
                <a:latin typeface="Aptos" panose="02110004020202020204"/>
                <a:ea typeface="+mn-ea"/>
                <a:cs typeface="+mn-cs"/>
              </a:rPr>
              <a:t>La vigilance collective, </a:t>
            </a:r>
            <a:r>
              <a:rPr kumimoji="0" lang="fr-FR" sz="1814" b="1" i="0" u="none" strike="noStrike" kern="1200" cap="none" spc="0" normalizeH="0" baseline="0" noProof="0">
                <a:ln>
                  <a:noFill/>
                </a:ln>
                <a:solidFill>
                  <a:prstClr val="white"/>
                </a:solidFill>
                <a:effectLst/>
                <a:uLnTx/>
                <a:uFillTx/>
                <a:latin typeface="Aptos" panose="02110004020202020204"/>
                <a:ea typeface="+mn-ea"/>
                <a:cs typeface="+mn-cs"/>
              </a:rPr>
              <a:t>la diversité des points de vue </a:t>
            </a:r>
            <a:r>
              <a:rPr kumimoji="0" lang="fr-FR" sz="1814" b="0" i="0" u="none" strike="noStrike" kern="1200" cap="none" spc="0" normalizeH="0" baseline="0" noProof="0">
                <a:ln>
                  <a:noFill/>
                </a:ln>
                <a:solidFill>
                  <a:prstClr val="white"/>
                </a:solidFill>
                <a:effectLst/>
                <a:uLnTx/>
                <a:uFillTx/>
                <a:latin typeface="Aptos" panose="02110004020202020204"/>
                <a:ea typeface="+mn-ea"/>
                <a:cs typeface="+mn-cs"/>
              </a:rPr>
              <a:t>et une </a:t>
            </a:r>
            <a:r>
              <a:rPr kumimoji="0" lang="fr-FR" sz="1814" b="1" i="0" u="none" strike="noStrike" kern="1200" cap="none" spc="0" normalizeH="0" baseline="0" noProof="0">
                <a:ln>
                  <a:noFill/>
                </a:ln>
                <a:solidFill>
                  <a:prstClr val="white"/>
                </a:solidFill>
                <a:effectLst/>
                <a:uLnTx/>
                <a:uFillTx/>
                <a:latin typeface="Aptos" panose="02110004020202020204"/>
                <a:ea typeface="+mn-ea"/>
                <a:cs typeface="+mn-cs"/>
              </a:rPr>
              <a:t>culture du questionnement </a:t>
            </a:r>
            <a:r>
              <a:rPr kumimoji="0" lang="fr-FR" sz="1814" b="0" i="0" u="none" strike="noStrike" kern="1200" cap="none" spc="0" normalizeH="0" baseline="0" noProof="0">
                <a:ln>
                  <a:noFill/>
                </a:ln>
                <a:solidFill>
                  <a:prstClr val="white"/>
                </a:solidFill>
                <a:effectLst/>
                <a:uLnTx/>
                <a:uFillTx/>
                <a:latin typeface="Aptos" panose="02110004020202020204"/>
                <a:ea typeface="+mn-ea"/>
                <a:cs typeface="+mn-cs"/>
              </a:rPr>
              <a:t>sont les meilleures armes contre les biais algorithmiques.</a:t>
            </a:r>
          </a:p>
        </p:txBody>
      </p:sp>
      <p:sp>
        <p:nvSpPr>
          <p:cNvPr id="78" name="ZoneTexte 77">
            <a:extLst>
              <a:ext uri="{FF2B5EF4-FFF2-40B4-BE49-F238E27FC236}">
                <a16:creationId xmlns:a16="http://schemas.microsoft.com/office/drawing/2014/main" id="{1C787146-59C3-18F4-0C65-FC40BEF6429B}"/>
              </a:ext>
            </a:extLst>
          </p:cNvPr>
          <p:cNvSpPr txBox="1"/>
          <p:nvPr/>
        </p:nvSpPr>
        <p:spPr>
          <a:xfrm>
            <a:off x="2724527" y="7714928"/>
            <a:ext cx="4942680" cy="51110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7" b="1" i="0" u="none" strike="noStrike" kern="1200" cap="none" spc="0" normalizeH="0" baseline="0" noProof="0">
                <a:ln>
                  <a:noFill/>
                </a:ln>
                <a:solidFill>
                  <a:prstClr val="white"/>
                </a:solidFill>
                <a:effectLst/>
                <a:uLnTx/>
                <a:uFillTx/>
                <a:latin typeface="Aptos" panose="02110004020202020204"/>
                <a:ea typeface="+mn-ea"/>
                <a:cs typeface="+mn-cs"/>
              </a:rPr>
              <a:t>ATP Formation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7" b="0" i="0" u="none" strike="noStrike" kern="1200" cap="none" spc="0" normalizeH="0" baseline="0" noProof="0">
                <a:ln>
                  <a:noFill/>
                </a:ln>
                <a:solidFill>
                  <a:prstClr val="white"/>
                </a:solidFill>
                <a:effectLst/>
                <a:uLnTx/>
                <a:uFillTx/>
                <a:latin typeface="Aptos" panose="02110004020202020204"/>
                <a:ea typeface="+mn-ea"/>
                <a:cs typeface="+mn-cs"/>
              </a:rPr>
              <a:t>31 avenue du Grenier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7" b="0" i="0" u="none" strike="noStrike" kern="1200" cap="none" spc="0" normalizeH="0" baseline="0" noProof="0">
                <a:ln>
                  <a:noFill/>
                </a:ln>
                <a:solidFill>
                  <a:prstClr val="white"/>
                </a:solidFill>
                <a:effectLst/>
                <a:uLnTx/>
                <a:uFillTx/>
                <a:latin typeface="Aptos" panose="02110004020202020204"/>
                <a:ea typeface="+mn-ea"/>
                <a:cs typeface="+mn-cs"/>
              </a:rPr>
              <a:t>38240 Meylan - Tél : 04 76 41 14 20 - contact@atp-formation.com - www.atp-formation.com</a:t>
            </a:r>
          </a:p>
        </p:txBody>
      </p:sp>
      <p:grpSp>
        <p:nvGrpSpPr>
          <p:cNvPr id="8" name="Groupe 7">
            <a:extLst>
              <a:ext uri="{FF2B5EF4-FFF2-40B4-BE49-F238E27FC236}">
                <a16:creationId xmlns:a16="http://schemas.microsoft.com/office/drawing/2014/main" id="{6A526282-F0C8-7DDD-39B7-FEF4BA703EC4}"/>
              </a:ext>
            </a:extLst>
          </p:cNvPr>
          <p:cNvGrpSpPr/>
          <p:nvPr/>
        </p:nvGrpSpPr>
        <p:grpSpPr>
          <a:xfrm>
            <a:off x="1527582" y="1277555"/>
            <a:ext cx="5794726" cy="5164025"/>
            <a:chOff x="221297" y="1409900"/>
            <a:chExt cx="3984594" cy="1210586"/>
          </a:xfrm>
        </p:grpSpPr>
        <p:sp>
          <p:nvSpPr>
            <p:cNvPr id="9" name="Rectangle : coins arrondis 8">
              <a:extLst>
                <a:ext uri="{FF2B5EF4-FFF2-40B4-BE49-F238E27FC236}">
                  <a16:creationId xmlns:a16="http://schemas.microsoft.com/office/drawing/2014/main" id="{1B40D8E0-7C30-72F6-1389-4FD866E13C76}"/>
                </a:ext>
              </a:extLst>
            </p:cNvPr>
            <p:cNvSpPr/>
            <p:nvPr/>
          </p:nvSpPr>
          <p:spPr>
            <a:xfrm>
              <a:off x="221297" y="1409900"/>
              <a:ext cx="3984594" cy="1210586"/>
            </a:xfrm>
            <a:prstGeom prst="roundRect">
              <a:avLst>
                <a:gd name="adj" fmla="val 520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ZoneTexte 9">
              <a:extLst>
                <a:ext uri="{FF2B5EF4-FFF2-40B4-BE49-F238E27FC236}">
                  <a16:creationId xmlns:a16="http://schemas.microsoft.com/office/drawing/2014/main" id="{8B744587-8241-3C6D-6EFD-598DAA0DD60A}"/>
                </a:ext>
              </a:extLst>
            </p:cNvPr>
            <p:cNvSpPr txBox="1"/>
            <p:nvPr/>
          </p:nvSpPr>
          <p:spPr>
            <a:xfrm>
              <a:off x="289560" y="1442899"/>
              <a:ext cx="3848554" cy="1159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2540" b="1" i="0" u="none" strike="noStrike" kern="1200" cap="none" spc="0" normalizeH="0" baseline="0" noProof="0">
                  <a:ln>
                    <a:noFill/>
                  </a:ln>
                  <a:solidFill>
                    <a:srgbClr val="262345"/>
                  </a:solidFill>
                  <a:effectLst/>
                  <a:uLnTx/>
                  <a:uFillTx/>
                  <a:latin typeface="Segoe UI" panose="020B0502040204020203" pitchFamily="34" charset="0"/>
                  <a:ea typeface="+mn-ea"/>
                  <a:cs typeface="+mn-cs"/>
                </a:rPr>
                <a:t>🛠️ Bonnes pratiques pour limiter les biais</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1996" b="1" i="0" u="none" strike="noStrike" kern="1200" cap="none" spc="0" normalizeH="0" baseline="0" noProof="0">
                  <a:ln>
                    <a:noFill/>
                  </a:ln>
                  <a:solidFill>
                    <a:prstClr val="black"/>
                  </a:solidFill>
                  <a:effectLst/>
                  <a:uLnTx/>
                  <a:uFillTx/>
                  <a:latin typeface="Aptos" panose="02110004020202020204"/>
                  <a:ea typeface="+mn-ea"/>
                  <a:cs typeface="+mn-cs"/>
                </a:rPr>
                <a:t>Auditer</a:t>
              </a: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 les données d’apprentissage (</a:t>
              </a:r>
              <a:r>
                <a:rPr kumimoji="0" lang="fr-FR" sz="1996" b="0" i="1" u="none" strike="noStrike" kern="1200" cap="none" spc="0" normalizeH="0" baseline="0" noProof="0">
                  <a:ln>
                    <a:noFill/>
                  </a:ln>
                  <a:solidFill>
                    <a:prstClr val="black"/>
                  </a:solidFill>
                  <a:effectLst/>
                  <a:uLnTx/>
                  <a:uFillTx/>
                  <a:latin typeface="Aptos" panose="02110004020202020204"/>
                  <a:ea typeface="+mn-ea"/>
                  <a:cs typeface="+mn-cs"/>
                </a:rPr>
                <a:t>origine, diversité, qualité</a:t>
              </a: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1996" b="1" i="0" u="none" strike="noStrike" kern="1200" cap="none" spc="0" normalizeH="0" baseline="0" noProof="0">
                  <a:ln>
                    <a:noFill/>
                  </a:ln>
                  <a:solidFill>
                    <a:prstClr val="black"/>
                  </a:solidFill>
                  <a:effectLst/>
                  <a:uLnTx/>
                  <a:uFillTx/>
                  <a:latin typeface="Aptos" panose="02110004020202020204"/>
                  <a:ea typeface="+mn-ea"/>
                  <a:cs typeface="+mn-cs"/>
                </a:rPr>
                <a:t>Documenter</a:t>
              </a: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 les modèles : objectifs, limites, hypothèses</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1996" b="1" i="0" u="none" strike="noStrike" kern="1200" cap="none" spc="0" normalizeH="0" baseline="0" noProof="0">
                  <a:ln>
                    <a:noFill/>
                  </a:ln>
                  <a:solidFill>
                    <a:prstClr val="black"/>
                  </a:solidFill>
                  <a:effectLst/>
                  <a:uLnTx/>
                  <a:uFillTx/>
                  <a:latin typeface="Aptos" panose="02110004020202020204"/>
                  <a:ea typeface="+mn-ea"/>
                  <a:cs typeface="+mn-cs"/>
                </a:rPr>
                <a:t>Impliquer</a:t>
              </a: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 des profils variés dans la conception des IA</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1996" b="1" i="0" u="none" strike="noStrike" kern="1200" cap="none" spc="0" normalizeH="0" baseline="0" noProof="0">
                  <a:ln>
                    <a:noFill/>
                  </a:ln>
                  <a:solidFill>
                    <a:prstClr val="black"/>
                  </a:solidFill>
                  <a:effectLst/>
                  <a:uLnTx/>
                  <a:uFillTx/>
                  <a:latin typeface="Aptos" panose="02110004020202020204"/>
                  <a:ea typeface="+mn-ea"/>
                  <a:cs typeface="+mn-cs"/>
                </a:rPr>
                <a:t>Tester</a:t>
              </a: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 l’équité des résultats sur différents profils</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1996" b="1" i="0" u="none" strike="noStrike" kern="1200" cap="none" spc="0" normalizeH="0" baseline="0" noProof="0">
                  <a:ln>
                    <a:noFill/>
                  </a:ln>
                  <a:solidFill>
                    <a:prstClr val="black"/>
                  </a:solidFill>
                  <a:effectLst/>
                  <a:uLnTx/>
                  <a:uFillTx/>
                  <a:latin typeface="Aptos" panose="02110004020202020204"/>
                  <a:ea typeface="+mn-ea"/>
                  <a:cs typeface="+mn-cs"/>
                </a:rPr>
                <a:t>Prévoir une supervision humaine </a:t>
              </a: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et une possibilité de correction</a:t>
              </a:r>
            </a:p>
            <a:p>
              <a:pPr marL="0" marR="0" lvl="0" indent="0" algn="l" defTabSz="914400" rtl="0" eaLnBrk="1" fontAlgn="auto" latinLnBrk="0" hangingPunct="1">
                <a:lnSpc>
                  <a:spcPct val="100000"/>
                </a:lnSpc>
                <a:spcBef>
                  <a:spcPts val="0"/>
                </a:spcBef>
                <a:spcAft>
                  <a:spcPts val="544"/>
                </a:spcAft>
                <a:buClrTx/>
                <a:buSzTx/>
                <a:buFontTx/>
                <a:buNone/>
                <a:tabLst/>
                <a:defRPr/>
              </a:pP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fr-FR" sz="1996" b="1" i="0" u="none" strike="noStrike" kern="1200" cap="none" spc="0" normalizeH="0" baseline="0" noProof="0">
                  <a:ln>
                    <a:noFill/>
                  </a:ln>
                  <a:solidFill>
                    <a:prstClr val="black"/>
                  </a:solidFill>
                  <a:effectLst/>
                  <a:uLnTx/>
                  <a:uFillTx/>
                  <a:latin typeface="Aptos" panose="02110004020202020204"/>
                  <a:ea typeface="+mn-ea"/>
                  <a:cs typeface="+mn-cs"/>
                </a:rPr>
                <a:t>Utiliser des outils de détection de biais </a:t>
              </a: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a:t>
              </a:r>
              <a:r>
                <a:rPr kumimoji="0" lang="fr-FR" sz="1996" b="0" i="1" u="none" strike="noStrike" kern="1200" cap="none" spc="0" normalizeH="0" baseline="0" noProof="0">
                  <a:ln>
                    <a:noFill/>
                  </a:ln>
                  <a:solidFill>
                    <a:prstClr val="black"/>
                  </a:solidFill>
                  <a:effectLst/>
                  <a:uLnTx/>
                  <a:uFillTx/>
                  <a:latin typeface="Aptos" panose="02110004020202020204"/>
                  <a:ea typeface="+mn-ea"/>
                  <a:cs typeface="+mn-cs"/>
                </a:rPr>
                <a:t>ex : IBM AI </a:t>
              </a:r>
              <a:r>
                <a:rPr kumimoji="0" lang="fr-FR" sz="1996" b="0" i="1" u="none" strike="noStrike" kern="1200" cap="none" spc="0" normalizeH="0" baseline="0" noProof="0" err="1">
                  <a:ln>
                    <a:noFill/>
                  </a:ln>
                  <a:solidFill>
                    <a:prstClr val="black"/>
                  </a:solidFill>
                  <a:effectLst/>
                  <a:uLnTx/>
                  <a:uFillTx/>
                  <a:latin typeface="Aptos" panose="02110004020202020204"/>
                  <a:ea typeface="+mn-ea"/>
                  <a:cs typeface="+mn-cs"/>
                </a:rPr>
                <a:t>Fairness</a:t>
              </a:r>
              <a:r>
                <a:rPr kumimoji="0" lang="fr-FR" sz="1996" b="0" i="1" u="none" strike="noStrike" kern="1200" cap="none" spc="0" normalizeH="0" baseline="0" noProof="0">
                  <a:ln>
                    <a:noFill/>
                  </a:ln>
                  <a:solidFill>
                    <a:prstClr val="black"/>
                  </a:solidFill>
                  <a:effectLst/>
                  <a:uLnTx/>
                  <a:uFillTx/>
                  <a:latin typeface="Aptos" panose="02110004020202020204"/>
                  <a:ea typeface="+mn-ea"/>
                  <a:cs typeface="+mn-cs"/>
                </a:rPr>
                <a:t> 360, Google </a:t>
              </a:r>
              <a:r>
                <a:rPr kumimoji="0" lang="fr-FR" sz="1996" b="0" i="1" u="none" strike="noStrike" kern="1200" cap="none" spc="0" normalizeH="0" baseline="0" noProof="0" err="1">
                  <a:ln>
                    <a:noFill/>
                  </a:ln>
                  <a:solidFill>
                    <a:prstClr val="black"/>
                  </a:solidFill>
                  <a:effectLst/>
                  <a:uLnTx/>
                  <a:uFillTx/>
                  <a:latin typeface="Aptos" panose="02110004020202020204"/>
                  <a:ea typeface="+mn-ea"/>
                  <a:cs typeface="+mn-cs"/>
                </a:rPr>
                <a:t>What</a:t>
              </a:r>
              <a:r>
                <a:rPr kumimoji="0" lang="fr-FR" sz="1996" b="0" i="1" u="none" strike="noStrike" kern="1200" cap="none" spc="0" normalizeH="0" baseline="0" noProof="0">
                  <a:ln>
                    <a:noFill/>
                  </a:ln>
                  <a:solidFill>
                    <a:prstClr val="black"/>
                  </a:solidFill>
                  <a:effectLst/>
                  <a:uLnTx/>
                  <a:uFillTx/>
                  <a:latin typeface="Aptos" panose="02110004020202020204"/>
                  <a:ea typeface="+mn-ea"/>
                  <a:cs typeface="+mn-cs"/>
                </a:rPr>
                <a:t>-If Tool…</a:t>
              </a:r>
              <a:r>
                <a:rPr kumimoji="0" lang="fr-FR" sz="1996" b="0" i="0" u="none" strike="noStrike" kern="1200" cap="none" spc="0" normalizeH="0" baseline="0" noProof="0">
                  <a:ln>
                    <a:noFill/>
                  </a:ln>
                  <a:solidFill>
                    <a:prstClr val="black"/>
                  </a:solidFill>
                  <a:effectLst/>
                  <a:uLnTx/>
                  <a:uFillTx/>
                  <a:latin typeface="Aptos" panose="02110004020202020204"/>
                  <a:ea typeface="+mn-ea"/>
                  <a:cs typeface="+mn-cs"/>
                </a:rPr>
                <a:t>)</a:t>
              </a:r>
            </a:p>
          </p:txBody>
        </p:sp>
      </p:grpSp>
    </p:spTree>
    <p:extLst>
      <p:ext uri="{BB962C8B-B14F-4D97-AF65-F5344CB8AC3E}">
        <p14:creationId xmlns:p14="http://schemas.microsoft.com/office/powerpoint/2010/main" val="373625265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wipe(up)">
                                      <p:cBhvr>
                                        <p:cTn id="12" dur="10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0ED726C-25C9-8B82-3F39-A692FE10E4E4}"/>
              </a:ext>
            </a:extLst>
          </p:cNvPr>
          <p:cNvSpPr>
            <a:spLocks noGrp="1"/>
          </p:cNvSpPr>
          <p:nvPr>
            <p:ph type="title"/>
          </p:nvPr>
        </p:nvSpPr>
        <p:spPr>
          <a:xfrm>
            <a:off x="838200" y="86833"/>
            <a:ext cx="10515600" cy="1325563"/>
          </a:xfrm>
        </p:spPr>
        <p:txBody>
          <a:bodyPr anchor="ctr">
            <a:normAutofit fontScale="90000"/>
          </a:bodyPr>
          <a:lstStyle/>
          <a:p>
            <a:br>
              <a:rPr lang="fr-FR" sz="2800" b="1"/>
            </a:br>
            <a:r>
              <a:rPr lang="fr-FR" sz="4900" b="1"/>
              <a:t>Confidentialité et données personnelles</a:t>
            </a:r>
            <a:br>
              <a:rPr lang="fr-FR" sz="3600" b="1"/>
            </a:br>
            <a:endParaRPr lang="en-US" sz="3600"/>
          </a:p>
        </p:txBody>
      </p:sp>
      <p:graphicFrame>
        <p:nvGraphicFramePr>
          <p:cNvPr id="13" name="Content Placeholder 2">
            <a:extLst>
              <a:ext uri="{FF2B5EF4-FFF2-40B4-BE49-F238E27FC236}">
                <a16:creationId xmlns:a16="http://schemas.microsoft.com/office/drawing/2014/main" id="{11A1874D-14D3-0488-2EEA-9F8B65A01472}"/>
              </a:ext>
            </a:extLst>
          </p:cNvPr>
          <p:cNvGraphicFramePr>
            <a:graphicFrameLocks noGrp="1"/>
          </p:cNvGraphicFramePr>
          <p:nvPr>
            <p:ph idx="1"/>
            <p:extLst>
              <p:ext uri="{D42A27DB-BD31-4B8C-83A1-F6EECF244321}">
                <p14:modId xmlns:p14="http://schemas.microsoft.com/office/powerpoint/2010/main" val="2565855230"/>
              </p:ext>
            </p:extLst>
          </p:nvPr>
        </p:nvGraphicFramePr>
        <p:xfrm>
          <a:off x="1066800" y="2889249"/>
          <a:ext cx="10515600" cy="3343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ZoneTexte 3">
            <a:extLst>
              <a:ext uri="{FF2B5EF4-FFF2-40B4-BE49-F238E27FC236}">
                <a16:creationId xmlns:a16="http://schemas.microsoft.com/office/drawing/2014/main" id="{39EC8A44-CFCC-1FFC-4060-ED7BDE95F51F}"/>
              </a:ext>
            </a:extLst>
          </p:cNvPr>
          <p:cNvSpPr txBox="1"/>
          <p:nvPr/>
        </p:nvSpPr>
        <p:spPr>
          <a:xfrm>
            <a:off x="2057400" y="1666374"/>
            <a:ext cx="10591800" cy="466281"/>
          </a:xfrm>
          <a:prstGeom prst="rect">
            <a:avLst/>
          </a:prstGeom>
          <a:noFill/>
        </p:spPr>
        <p:txBody>
          <a:bodyPr wrap="square" rtlCol="0">
            <a:spAutoFit/>
          </a:bodyPr>
          <a:lstStyle/>
          <a:p>
            <a:pPr defTabSz="1200150">
              <a:lnSpc>
                <a:spcPct val="90000"/>
              </a:lnSpc>
              <a:spcBef>
                <a:spcPct val="0"/>
              </a:spcBef>
              <a:spcAft>
                <a:spcPct val="35000"/>
              </a:spcAft>
              <a:defRPr b="1"/>
            </a:pPr>
            <a:r>
              <a:rPr lang="fr-FR" sz="2700" b="1">
                <a:solidFill>
                  <a:prstClr val="black">
                    <a:hueOff val="0"/>
                    <a:satOff val="0"/>
                    <a:lumOff val="0"/>
                    <a:alphaOff val="0"/>
                  </a:prstClr>
                </a:solidFill>
                <a:latin typeface="Segoe UI"/>
              </a:rPr>
              <a:t>Secret industriel, brevet, éléments de recherches, R&amp;D…</a:t>
            </a:r>
          </a:p>
        </p:txBody>
      </p:sp>
      <p:pic>
        <p:nvPicPr>
          <p:cNvPr id="6" name="Image 5" descr="Une image contenant Panneau de signalisation, triangle&#10;&#10;Le contenu généré par l’IA peut être incorrect.">
            <a:extLst>
              <a:ext uri="{FF2B5EF4-FFF2-40B4-BE49-F238E27FC236}">
                <a16:creationId xmlns:a16="http://schemas.microsoft.com/office/drawing/2014/main" id="{AF068257-4F13-1860-DD74-FCD80E18A545}"/>
              </a:ext>
            </a:extLst>
          </p:cNvPr>
          <p:cNvPicPr>
            <a:picLocks noChangeAspect="1"/>
          </p:cNvPicPr>
          <p:nvPr/>
        </p:nvPicPr>
        <p:blipFill>
          <a:blip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838200" y="1269094"/>
            <a:ext cx="1362368" cy="1133036"/>
          </a:xfrm>
          <a:prstGeom prst="rect">
            <a:avLst/>
          </a:prstGeom>
        </p:spPr>
      </p:pic>
    </p:spTree>
    <p:extLst>
      <p:ext uri="{BB962C8B-B14F-4D97-AF65-F5344CB8AC3E}">
        <p14:creationId xmlns:p14="http://schemas.microsoft.com/office/powerpoint/2010/main" val="2485093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0C6E20-F103-DC5F-A442-C0E5A7EFE818}"/>
              </a:ext>
            </a:extLst>
          </p:cNvPr>
          <p:cNvSpPr>
            <a:spLocks noGrp="1"/>
          </p:cNvSpPr>
          <p:nvPr>
            <p:ph type="title"/>
          </p:nvPr>
        </p:nvSpPr>
        <p:spPr>
          <a:xfrm>
            <a:off x="838200" y="86833"/>
            <a:ext cx="10515600" cy="1325563"/>
          </a:xfrm>
        </p:spPr>
        <p:txBody>
          <a:bodyPr anchor="ctr">
            <a:normAutofit/>
          </a:bodyPr>
          <a:lstStyle/>
          <a:p>
            <a:r>
              <a:rPr lang="fr-FR" sz="4000" b="1"/>
              <a:t>La sensibilité de la donnée</a:t>
            </a:r>
            <a:br>
              <a:rPr lang="fr-FR" b="1"/>
            </a:br>
            <a:endParaRPr lang="fr-FR"/>
          </a:p>
        </p:txBody>
      </p:sp>
      <p:pic>
        <p:nvPicPr>
          <p:cNvPr id="4" name="Espace réservé du contenu 3">
            <a:extLst>
              <a:ext uri="{FF2B5EF4-FFF2-40B4-BE49-F238E27FC236}">
                <a16:creationId xmlns:a16="http://schemas.microsoft.com/office/drawing/2014/main" id="{38225F90-760E-971F-5174-7D6EE43966E8}"/>
              </a:ext>
            </a:extLst>
          </p:cNvPr>
          <p:cNvPicPr>
            <a:picLocks noGrp="1" noChangeAspect="1"/>
          </p:cNvPicPr>
          <p:nvPr>
            <p:ph sz="half" idx="1"/>
          </p:nvPr>
        </p:nvPicPr>
        <p:blipFill>
          <a:blip r:embed="rId2"/>
          <a:stretch>
            <a:fillRect/>
          </a:stretch>
        </p:blipFill>
        <p:spPr>
          <a:xfrm>
            <a:off x="931493" y="1066527"/>
            <a:ext cx="4153256" cy="5298588"/>
          </a:xfrm>
          <a:prstGeom prst="rect">
            <a:avLst/>
          </a:prstGeom>
          <a:noFill/>
        </p:spPr>
      </p:pic>
      <p:sp>
        <p:nvSpPr>
          <p:cNvPr id="9" name="Content Placeholder 3">
            <a:extLst>
              <a:ext uri="{FF2B5EF4-FFF2-40B4-BE49-F238E27FC236}">
                <a16:creationId xmlns:a16="http://schemas.microsoft.com/office/drawing/2014/main" id="{C044F0F7-48F8-2F4C-A8BA-A42355414974}"/>
              </a:ext>
            </a:extLst>
          </p:cNvPr>
          <p:cNvSpPr>
            <a:spLocks noGrp="1"/>
          </p:cNvSpPr>
          <p:nvPr>
            <p:ph sz="half" idx="2"/>
          </p:nvPr>
        </p:nvSpPr>
        <p:spPr>
          <a:xfrm>
            <a:off x="6632187" y="749614"/>
            <a:ext cx="4989437" cy="479519"/>
          </a:xfrm>
          <a:solidFill>
            <a:schemeClr val="tx2"/>
          </a:solidFill>
        </p:spPr>
        <p:txBody>
          <a:bodyPr>
            <a:normAutofit/>
          </a:bodyPr>
          <a:lstStyle/>
          <a:p>
            <a:pPr marL="0" indent="0" algn="ctr">
              <a:buNone/>
            </a:pPr>
            <a:r>
              <a:rPr lang="en-US">
                <a:solidFill>
                  <a:schemeClr val="bg1"/>
                </a:solidFill>
              </a:rPr>
              <a:t>NOTION FONDAMENTALE</a:t>
            </a:r>
          </a:p>
          <a:p>
            <a:pPr marL="0" indent="0" algn="ctr">
              <a:buNone/>
            </a:pPr>
            <a:endParaRPr lang="en-US"/>
          </a:p>
          <a:p>
            <a:pPr marL="0" indent="0">
              <a:buNone/>
            </a:pPr>
            <a:endParaRPr lang="en-US"/>
          </a:p>
        </p:txBody>
      </p:sp>
      <p:sp>
        <p:nvSpPr>
          <p:cNvPr id="3" name="Bulle narrative : ronde 2">
            <a:extLst>
              <a:ext uri="{FF2B5EF4-FFF2-40B4-BE49-F238E27FC236}">
                <a16:creationId xmlns:a16="http://schemas.microsoft.com/office/drawing/2014/main" id="{36C149DE-4422-D50F-5B9E-2C41B839A681}"/>
              </a:ext>
            </a:extLst>
          </p:cNvPr>
          <p:cNvSpPr/>
          <p:nvPr/>
        </p:nvSpPr>
        <p:spPr>
          <a:xfrm>
            <a:off x="6632187" y="2631077"/>
            <a:ext cx="3828515" cy="2475940"/>
          </a:xfrm>
          <a:prstGeom prst="wedgeEllipseCallout">
            <a:avLst>
              <a:gd name="adj1" fmla="val -75413"/>
              <a:gd name="adj2" fmla="val -48104"/>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1C12650B-1647-A773-E490-138262876814}"/>
              </a:ext>
            </a:extLst>
          </p:cNvPr>
          <p:cNvSpPr txBox="1"/>
          <p:nvPr/>
        </p:nvSpPr>
        <p:spPr>
          <a:xfrm>
            <a:off x="7048792" y="3115656"/>
            <a:ext cx="2995303" cy="1200329"/>
          </a:xfrm>
          <a:prstGeom prst="rect">
            <a:avLst/>
          </a:prstGeom>
          <a:noFill/>
        </p:spPr>
        <p:txBody>
          <a:bodyPr wrap="square" rtlCol="0">
            <a:spAutoFit/>
          </a:bodyPr>
          <a:lstStyle/>
          <a:p>
            <a:pPr algn="ctr"/>
            <a:r>
              <a:rPr lang="fr-FR" sz="2400">
                <a:solidFill>
                  <a:schemeClr val="bg1"/>
                </a:solidFill>
              </a:rPr>
              <a:t>Ce doit être le prisme de toutes vos investigations IA.</a:t>
            </a:r>
          </a:p>
        </p:txBody>
      </p:sp>
    </p:spTree>
    <p:extLst>
      <p:ext uri="{BB962C8B-B14F-4D97-AF65-F5344CB8AC3E}">
        <p14:creationId xmlns:p14="http://schemas.microsoft.com/office/powerpoint/2010/main" val="979451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AFA35ED-FACB-1C79-AA53-D9D009894CE7}"/>
              </a:ext>
            </a:extLst>
          </p:cNvPr>
          <p:cNvSpPr>
            <a:spLocks noGrp="1"/>
          </p:cNvSpPr>
          <p:nvPr>
            <p:ph type="title"/>
          </p:nvPr>
        </p:nvSpPr>
        <p:spPr>
          <a:xfrm>
            <a:off x="94665" y="206699"/>
            <a:ext cx="2762250" cy="6444599"/>
          </a:xfrm>
        </p:spPr>
        <p:txBody>
          <a:bodyPr anchor="ctr">
            <a:normAutofit/>
          </a:bodyPr>
          <a:lstStyle/>
          <a:p>
            <a:r>
              <a:rPr lang="en-US"/>
              <a:t>QUIZ</a:t>
            </a:r>
          </a:p>
        </p:txBody>
      </p:sp>
      <p:graphicFrame>
        <p:nvGraphicFramePr>
          <p:cNvPr id="13" name="Content Placeholder 2">
            <a:extLst>
              <a:ext uri="{FF2B5EF4-FFF2-40B4-BE49-F238E27FC236}">
                <a16:creationId xmlns:a16="http://schemas.microsoft.com/office/drawing/2014/main" id="{1F2B9162-CEA6-D2E8-C0F9-C6AE97C4E2FA}"/>
              </a:ext>
            </a:extLst>
          </p:cNvPr>
          <p:cNvGraphicFramePr>
            <a:graphicFrameLocks noGrp="1"/>
          </p:cNvGraphicFramePr>
          <p:nvPr>
            <p:ph idx="1"/>
            <p:extLst>
              <p:ext uri="{D42A27DB-BD31-4B8C-83A1-F6EECF244321}">
                <p14:modId xmlns:p14="http://schemas.microsoft.com/office/powerpoint/2010/main" val="279049418"/>
              </p:ext>
            </p:extLst>
          </p:nvPr>
        </p:nvGraphicFramePr>
        <p:xfrm>
          <a:off x="3200397" y="206699"/>
          <a:ext cx="8531679" cy="60063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3849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66EDA242-6FB4-2C08-63EA-EB3F1F62A258}"/>
              </a:ext>
            </a:extLst>
          </p:cNvPr>
          <p:cNvSpPr txBox="1"/>
          <p:nvPr/>
        </p:nvSpPr>
        <p:spPr>
          <a:xfrm>
            <a:off x="838200" y="86833"/>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fr-FR" sz="4400" kern="1200">
                <a:solidFill>
                  <a:schemeClr val="tx2"/>
                </a:solidFill>
                <a:latin typeface="+mj-lt"/>
                <a:ea typeface="+mj-ea"/>
                <a:cs typeface="+mj-cs"/>
              </a:rPr>
              <a:t>📩 Adresse e-mail d’un client pour lui envoyer une relance automatique</a:t>
            </a:r>
          </a:p>
        </p:txBody>
      </p:sp>
      <p:pic>
        <p:nvPicPr>
          <p:cNvPr id="10" name="Picture 9" descr="Personne tenant une souris">
            <a:extLst>
              <a:ext uri="{FF2B5EF4-FFF2-40B4-BE49-F238E27FC236}">
                <a16:creationId xmlns:a16="http://schemas.microsoft.com/office/drawing/2014/main" id="{C841FBA3-4FE1-9839-6A11-3CB9BCDAAF5E}"/>
              </a:ext>
            </a:extLst>
          </p:cNvPr>
          <p:cNvPicPr>
            <a:picLocks noChangeAspect="1"/>
          </p:cNvPicPr>
          <p:nvPr/>
        </p:nvPicPr>
        <p:blipFill>
          <a:blip r:embed="rId2"/>
          <a:srcRect t="21137" b="12158"/>
          <a:stretch>
            <a:fillRect/>
          </a:stretch>
        </p:blipFill>
        <p:spPr>
          <a:xfrm>
            <a:off x="838200" y="1494845"/>
            <a:ext cx="10515600" cy="4682118"/>
          </a:xfrm>
          <a:prstGeom prst="rect">
            <a:avLst/>
          </a:prstGeom>
          <a:noFill/>
        </p:spPr>
      </p:pic>
    </p:spTree>
    <p:extLst>
      <p:ext uri="{BB962C8B-B14F-4D97-AF65-F5344CB8AC3E}">
        <p14:creationId xmlns:p14="http://schemas.microsoft.com/office/powerpoint/2010/main" val="1316718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FAEE4E-0370-14D0-A10D-190258074CF9}"/>
              </a:ext>
            </a:extLst>
          </p:cNvPr>
          <p:cNvSpPr>
            <a:spLocks noGrp="1"/>
          </p:cNvSpPr>
          <p:nvPr>
            <p:ph type="title"/>
          </p:nvPr>
        </p:nvSpPr>
        <p:spPr/>
        <p:txBody>
          <a:bodyPr/>
          <a:lstStyle/>
          <a:p>
            <a:r>
              <a:rPr lang="fr-FR"/>
              <a:t>FAIBLE</a:t>
            </a:r>
          </a:p>
        </p:txBody>
      </p:sp>
      <p:sp>
        <p:nvSpPr>
          <p:cNvPr id="3" name="Espace réservé du contenu 2">
            <a:extLst>
              <a:ext uri="{FF2B5EF4-FFF2-40B4-BE49-F238E27FC236}">
                <a16:creationId xmlns:a16="http://schemas.microsoft.com/office/drawing/2014/main" id="{144A395C-187B-0E61-9DC5-59E737DA8FB3}"/>
              </a:ext>
            </a:extLst>
          </p:cNvPr>
          <p:cNvSpPr>
            <a:spLocks noGrp="1"/>
          </p:cNvSpPr>
          <p:nvPr>
            <p:ph idx="1"/>
          </p:nvPr>
        </p:nvSpPr>
        <p:spPr>
          <a:xfrm>
            <a:off x="628650" y="2447345"/>
            <a:ext cx="10515600" cy="1153105"/>
          </a:xfrm>
        </p:spPr>
        <p:txBody>
          <a:bodyPr/>
          <a:lstStyle/>
          <a:p>
            <a:r>
              <a:rPr lang="fr-FR"/>
              <a:t>Donnée personnelle, mais avec un usage courant avec consentement explicite.</a:t>
            </a:r>
          </a:p>
        </p:txBody>
      </p:sp>
    </p:spTree>
    <p:extLst>
      <p:ext uri="{BB962C8B-B14F-4D97-AF65-F5344CB8AC3E}">
        <p14:creationId xmlns:p14="http://schemas.microsoft.com/office/powerpoint/2010/main" val="3974480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83181-0E44-1AFA-75B3-B142620F4286}"/>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3A2289B0-BC1D-6227-FEA2-22B73843F7DC}"/>
              </a:ext>
            </a:extLst>
          </p:cNvPr>
          <p:cNvSpPr txBox="1"/>
          <p:nvPr/>
        </p:nvSpPr>
        <p:spPr>
          <a:xfrm>
            <a:off x="838200" y="86833"/>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fr-FR" sz="4400" kern="1200">
                <a:solidFill>
                  <a:schemeClr val="tx2"/>
                </a:solidFill>
                <a:effectLst/>
                <a:latin typeface="+mj-lt"/>
                <a:ea typeface="+mj-ea"/>
                <a:cs typeface="+mj-cs"/>
              </a:rPr>
              <a:t> Enregistrement vocal d’un salarié pour retranscrire un compte rendu</a:t>
            </a:r>
            <a:endParaRPr lang="fr-FR" sz="4400" kern="1200">
              <a:solidFill>
                <a:schemeClr val="tx2"/>
              </a:solidFill>
              <a:latin typeface="+mj-lt"/>
              <a:ea typeface="+mj-ea"/>
              <a:cs typeface="+mj-cs"/>
            </a:endParaRPr>
          </a:p>
        </p:txBody>
      </p:sp>
      <p:pic>
        <p:nvPicPr>
          <p:cNvPr id="10" name="Picture 9" descr="Robot dans une table de café">
            <a:extLst>
              <a:ext uri="{FF2B5EF4-FFF2-40B4-BE49-F238E27FC236}">
                <a16:creationId xmlns:a16="http://schemas.microsoft.com/office/drawing/2014/main" id="{0C9124CC-6FC5-C2BD-B75F-80EEEC5FBB57}"/>
              </a:ext>
            </a:extLst>
          </p:cNvPr>
          <p:cNvPicPr>
            <a:picLocks noChangeAspect="1"/>
          </p:cNvPicPr>
          <p:nvPr/>
        </p:nvPicPr>
        <p:blipFill>
          <a:blip r:embed="rId2"/>
          <a:srcRect t="20844"/>
          <a:stretch>
            <a:fillRect/>
          </a:stretch>
        </p:blipFill>
        <p:spPr>
          <a:xfrm>
            <a:off x="838200" y="1494845"/>
            <a:ext cx="10515600" cy="4682118"/>
          </a:xfrm>
          <a:prstGeom prst="rect">
            <a:avLst/>
          </a:prstGeom>
          <a:noFill/>
        </p:spPr>
      </p:pic>
    </p:spTree>
    <p:extLst>
      <p:ext uri="{BB962C8B-B14F-4D97-AF65-F5344CB8AC3E}">
        <p14:creationId xmlns:p14="http://schemas.microsoft.com/office/powerpoint/2010/main" val="1674650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23EEE7-8357-230B-2E82-BE6444F60F6E}"/>
              </a:ext>
            </a:extLst>
          </p:cNvPr>
          <p:cNvSpPr>
            <a:spLocks noGrp="1"/>
          </p:cNvSpPr>
          <p:nvPr>
            <p:ph type="title"/>
          </p:nvPr>
        </p:nvSpPr>
        <p:spPr/>
        <p:txBody>
          <a:bodyPr/>
          <a:lstStyle/>
          <a:p>
            <a:r>
              <a:rPr lang="fr-FR"/>
              <a:t>MODERE</a:t>
            </a:r>
          </a:p>
        </p:txBody>
      </p:sp>
      <p:sp>
        <p:nvSpPr>
          <p:cNvPr id="3" name="Espace réservé du contenu 2">
            <a:extLst>
              <a:ext uri="{FF2B5EF4-FFF2-40B4-BE49-F238E27FC236}">
                <a16:creationId xmlns:a16="http://schemas.microsoft.com/office/drawing/2014/main" id="{287AAA8A-98FB-A31A-52F1-5DA4F2E33BE3}"/>
              </a:ext>
            </a:extLst>
          </p:cNvPr>
          <p:cNvSpPr>
            <a:spLocks noGrp="1"/>
          </p:cNvSpPr>
          <p:nvPr>
            <p:ph idx="1"/>
          </p:nvPr>
        </p:nvSpPr>
        <p:spPr/>
        <p:txBody>
          <a:bodyPr/>
          <a:lstStyle/>
          <a:p>
            <a:r>
              <a:rPr lang="fr-FR"/>
              <a:t>Donnée biométrique potentielle (voix)+vie privée</a:t>
            </a:r>
          </a:p>
          <a:p>
            <a:pPr marL="0" indent="0" algn="ctr">
              <a:buNone/>
            </a:pPr>
            <a:r>
              <a:rPr lang="fr-FR"/>
              <a:t>Nécessite vigilance</a:t>
            </a:r>
          </a:p>
          <a:p>
            <a:pPr algn="ctr"/>
            <a:endParaRPr lang="fr-FR"/>
          </a:p>
          <a:p>
            <a:pPr marL="0" indent="0" algn="ctr">
              <a:buNone/>
            </a:pPr>
            <a:endParaRPr lang="fr-FR"/>
          </a:p>
          <a:p>
            <a:pPr marL="0" indent="0" algn="ctr">
              <a:buNone/>
            </a:pPr>
            <a:r>
              <a:rPr lang="fr-FR"/>
              <a:t>A condition d’avoir informé le salarié</a:t>
            </a:r>
          </a:p>
        </p:txBody>
      </p:sp>
      <p:pic>
        <p:nvPicPr>
          <p:cNvPr id="4" name="Image 3" descr="Une image contenant Panneau de signalisation, triangle&#10;&#10;Le contenu généré par l’IA peut être incorrect.">
            <a:extLst>
              <a:ext uri="{FF2B5EF4-FFF2-40B4-BE49-F238E27FC236}">
                <a16:creationId xmlns:a16="http://schemas.microsoft.com/office/drawing/2014/main" id="{254F680B-0054-9B66-D941-74753CD686CF}"/>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714098" y="3088268"/>
            <a:ext cx="1362368" cy="1133036"/>
          </a:xfrm>
          <a:prstGeom prst="rect">
            <a:avLst/>
          </a:prstGeom>
        </p:spPr>
      </p:pic>
    </p:spTree>
    <p:extLst>
      <p:ext uri="{BB962C8B-B14F-4D97-AF65-F5344CB8AC3E}">
        <p14:creationId xmlns:p14="http://schemas.microsoft.com/office/powerpoint/2010/main" val="1630145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7D764-8D4E-DB7F-B3A8-222574B26F01}"/>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EA367AEB-EE24-63A8-7435-09D98E66F5C9}"/>
              </a:ext>
            </a:extLst>
          </p:cNvPr>
          <p:cNvSpPr txBox="1"/>
          <p:nvPr/>
        </p:nvSpPr>
        <p:spPr>
          <a:xfrm>
            <a:off x="838199" y="172558"/>
            <a:ext cx="10515600" cy="1325563"/>
          </a:xfrm>
          <a:prstGeom prst="rect">
            <a:avLst/>
          </a:prstGeom>
        </p:spPr>
        <p:txBody>
          <a:bodyPr vert="horz" lIns="91440" tIns="45720" rIns="91440" bIns="45720" rtlCol="0" anchor="ctr">
            <a:normAutofit fontScale="92500"/>
          </a:bodyPr>
          <a:lstStyle/>
          <a:p>
            <a:pPr>
              <a:lnSpc>
                <a:spcPct val="90000"/>
              </a:lnSpc>
              <a:spcBef>
                <a:spcPct val="0"/>
              </a:spcBef>
              <a:spcAft>
                <a:spcPts val="600"/>
              </a:spcAft>
            </a:pPr>
            <a:r>
              <a:rPr lang="fr-FR" sz="4400" kern="1200">
                <a:solidFill>
                  <a:schemeClr val="tx2"/>
                </a:solidFill>
                <a:effectLst/>
                <a:latin typeface="+mj-lt"/>
                <a:ea typeface="+mj-ea"/>
                <a:cs typeface="+mj-cs"/>
              </a:rPr>
              <a:t> </a:t>
            </a:r>
            <a:r>
              <a:rPr lang="fr-FR" sz="4400">
                <a:solidFill>
                  <a:schemeClr val="tx2"/>
                </a:solidFill>
                <a:latin typeface="+mj-lt"/>
                <a:ea typeface="+mj-ea"/>
                <a:cs typeface="+mj-cs"/>
              </a:rPr>
              <a:t>Analyse </a:t>
            </a:r>
            <a:r>
              <a:rPr lang="fr-FR" sz="4400">
                <a:solidFill>
                  <a:schemeClr val="tx2"/>
                </a:solidFill>
                <a:highlight>
                  <a:srgbClr val="E10980"/>
                </a:highlight>
                <a:latin typeface="+mj-lt"/>
                <a:ea typeface="+mj-ea"/>
                <a:cs typeface="+mj-cs"/>
              </a:rPr>
              <a:t>automatique</a:t>
            </a:r>
            <a:r>
              <a:rPr lang="fr-FR" sz="4400">
                <a:solidFill>
                  <a:schemeClr val="tx2"/>
                </a:solidFill>
                <a:latin typeface="+mj-lt"/>
                <a:ea typeface="+mj-ea"/>
                <a:cs typeface="+mj-cs"/>
              </a:rPr>
              <a:t> d’images de caméras de surveillance dans un lieu de travail</a:t>
            </a:r>
          </a:p>
        </p:txBody>
      </p:sp>
      <p:pic>
        <p:nvPicPr>
          <p:cNvPr id="3" name="Image 2" descr="Une image contenant plein air, ciel, télescope">
            <a:extLst>
              <a:ext uri="{FF2B5EF4-FFF2-40B4-BE49-F238E27FC236}">
                <a16:creationId xmlns:a16="http://schemas.microsoft.com/office/drawing/2014/main" id="{A416053C-5DB0-4B07-624E-42B07164FB6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38212" y="1565605"/>
            <a:ext cx="10244138" cy="4416095"/>
          </a:xfrm>
          <a:prstGeom prst="rect">
            <a:avLst/>
          </a:prstGeom>
        </p:spPr>
      </p:pic>
      <p:sp>
        <p:nvSpPr>
          <p:cNvPr id="4" name="ZoneTexte 3">
            <a:extLst>
              <a:ext uri="{FF2B5EF4-FFF2-40B4-BE49-F238E27FC236}">
                <a16:creationId xmlns:a16="http://schemas.microsoft.com/office/drawing/2014/main" id="{019295CB-1DB7-9630-729D-164E2BE56AFD}"/>
              </a:ext>
            </a:extLst>
          </p:cNvPr>
          <p:cNvSpPr txBox="1"/>
          <p:nvPr/>
        </p:nvSpPr>
        <p:spPr>
          <a:xfrm>
            <a:off x="1223962" y="6667500"/>
            <a:ext cx="9744075" cy="230832"/>
          </a:xfrm>
          <a:prstGeom prst="rect">
            <a:avLst/>
          </a:prstGeom>
          <a:noFill/>
        </p:spPr>
        <p:txBody>
          <a:bodyPr wrap="square" rtlCol="0">
            <a:spAutoFit/>
          </a:bodyPr>
          <a:lstStyle/>
          <a:p>
            <a:r>
              <a:rPr lang="fr-FR" sz="900">
                <a:hlinkClick r:id="rId3" tooltip="https://www.flickr.com/photos/38712296@N07/7670892420/"/>
              </a:rPr>
              <a:t>Cette photo</a:t>
            </a:r>
            <a:r>
              <a:rPr lang="fr-FR" sz="900"/>
              <a:t> par Auteur inconnu est soumise à la licence </a:t>
            </a:r>
            <a:r>
              <a:rPr lang="fr-FR" sz="900">
                <a:hlinkClick r:id="rId4" tooltip="https://creativecommons.org/licenses/by/3.0/"/>
              </a:rPr>
              <a:t>CC BY</a:t>
            </a:r>
            <a:endParaRPr lang="fr-FR" sz="900"/>
          </a:p>
        </p:txBody>
      </p:sp>
    </p:spTree>
    <p:extLst>
      <p:ext uri="{BB962C8B-B14F-4D97-AF65-F5344CB8AC3E}">
        <p14:creationId xmlns:p14="http://schemas.microsoft.com/office/powerpoint/2010/main" val="2822867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66D80-B742-9A1D-C1E6-08A117F7C62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9AF2E69-A523-A88C-A23C-8F03C6CCB8E7}"/>
              </a:ext>
            </a:extLst>
          </p:cNvPr>
          <p:cNvSpPr>
            <a:spLocks noGrp="1"/>
          </p:cNvSpPr>
          <p:nvPr>
            <p:ph type="title"/>
          </p:nvPr>
        </p:nvSpPr>
        <p:spPr/>
        <p:txBody>
          <a:bodyPr/>
          <a:lstStyle/>
          <a:p>
            <a:r>
              <a:rPr lang="fr-FR"/>
              <a:t>ELEVE</a:t>
            </a:r>
          </a:p>
        </p:txBody>
      </p:sp>
      <p:sp>
        <p:nvSpPr>
          <p:cNvPr id="3" name="Espace réservé du contenu 2">
            <a:extLst>
              <a:ext uri="{FF2B5EF4-FFF2-40B4-BE49-F238E27FC236}">
                <a16:creationId xmlns:a16="http://schemas.microsoft.com/office/drawing/2014/main" id="{734C59F7-9B48-FB6F-D1AA-38C456533476}"/>
              </a:ext>
            </a:extLst>
          </p:cNvPr>
          <p:cNvSpPr>
            <a:spLocks noGrp="1"/>
          </p:cNvSpPr>
          <p:nvPr>
            <p:ph idx="1"/>
          </p:nvPr>
        </p:nvSpPr>
        <p:spPr/>
        <p:txBody>
          <a:bodyPr/>
          <a:lstStyle/>
          <a:p>
            <a:r>
              <a:rPr lang="fr-FR"/>
              <a:t>Surveillance des employés = usage à haut risque selon l’AI ACT,</a:t>
            </a:r>
          </a:p>
        </p:txBody>
      </p:sp>
    </p:spTree>
    <p:extLst>
      <p:ext uri="{BB962C8B-B14F-4D97-AF65-F5344CB8AC3E}">
        <p14:creationId xmlns:p14="http://schemas.microsoft.com/office/powerpoint/2010/main" val="3778915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7D7D4-C658-F52A-8A98-A75251BEE12D}"/>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4B251FE9-1377-9AAA-0577-C2AB048ABA2D}"/>
              </a:ext>
            </a:extLst>
          </p:cNvPr>
          <p:cNvSpPr txBox="1"/>
          <p:nvPr/>
        </p:nvSpPr>
        <p:spPr>
          <a:xfrm>
            <a:off x="838200" y="86833"/>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fr-FR" sz="4400" kern="1200">
                <a:solidFill>
                  <a:schemeClr val="tx2"/>
                </a:solidFill>
                <a:effectLst/>
                <a:latin typeface="+mj-lt"/>
                <a:ea typeface="+mj-ea"/>
                <a:cs typeface="+mj-cs"/>
              </a:rPr>
              <a:t> </a:t>
            </a:r>
            <a:r>
              <a:rPr lang="fr-FR" sz="4400" kern="1200">
                <a:solidFill>
                  <a:schemeClr val="tx2"/>
                </a:solidFill>
                <a:latin typeface="+mj-lt"/>
                <a:ea typeface="+mj-ea"/>
                <a:cs typeface="+mj-cs"/>
              </a:rPr>
              <a:t>Analyse </a:t>
            </a:r>
            <a:r>
              <a:rPr lang="fr-FR" sz="4400" kern="1200">
                <a:solidFill>
                  <a:schemeClr val="tx2"/>
                </a:solidFill>
                <a:highlight>
                  <a:srgbClr val="E10980"/>
                </a:highlight>
                <a:latin typeface="+mj-lt"/>
                <a:ea typeface="+mj-ea"/>
                <a:cs typeface="+mj-cs"/>
              </a:rPr>
              <a:t>automatique</a:t>
            </a:r>
            <a:r>
              <a:rPr lang="fr-FR" sz="4400" kern="1200">
                <a:solidFill>
                  <a:schemeClr val="tx2"/>
                </a:solidFill>
                <a:latin typeface="+mj-lt"/>
                <a:ea typeface="+mj-ea"/>
                <a:cs typeface="+mj-cs"/>
              </a:rPr>
              <a:t> de CV pour pré-sélection des candidats</a:t>
            </a:r>
          </a:p>
        </p:txBody>
      </p:sp>
      <p:pic>
        <p:nvPicPr>
          <p:cNvPr id="5" name="Image 4" descr="Une image contenant ordinateur, ordinateur portable, Netbook, texte&#10;&#10;Le contenu généré par l’IA peut être incorrect.">
            <a:extLst>
              <a:ext uri="{FF2B5EF4-FFF2-40B4-BE49-F238E27FC236}">
                <a16:creationId xmlns:a16="http://schemas.microsoft.com/office/drawing/2014/main" id="{00DE6DF4-D4D4-1E90-7996-B5FE51C7031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754941" y="1494845"/>
            <a:ext cx="4682118" cy="4682118"/>
          </a:xfrm>
          <a:prstGeom prst="rect">
            <a:avLst/>
          </a:prstGeom>
          <a:noFill/>
        </p:spPr>
      </p:pic>
    </p:spTree>
    <p:extLst>
      <p:ext uri="{BB962C8B-B14F-4D97-AF65-F5344CB8AC3E}">
        <p14:creationId xmlns:p14="http://schemas.microsoft.com/office/powerpoint/2010/main" val="3273254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67E8D-928B-4A7A-0F8E-6CA9B057598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20FCFBC-0A2D-A24C-B08C-A4EFD6CB3F23}"/>
              </a:ext>
            </a:extLst>
          </p:cNvPr>
          <p:cNvSpPr>
            <a:spLocks noGrp="1"/>
          </p:cNvSpPr>
          <p:nvPr>
            <p:ph type="title"/>
          </p:nvPr>
        </p:nvSpPr>
        <p:spPr/>
        <p:txBody>
          <a:bodyPr/>
          <a:lstStyle/>
          <a:p>
            <a:r>
              <a:rPr lang="fr-FR"/>
              <a:t>ELEVE</a:t>
            </a:r>
          </a:p>
        </p:txBody>
      </p:sp>
      <p:sp>
        <p:nvSpPr>
          <p:cNvPr id="3" name="Espace réservé du contenu 2">
            <a:extLst>
              <a:ext uri="{FF2B5EF4-FFF2-40B4-BE49-F238E27FC236}">
                <a16:creationId xmlns:a16="http://schemas.microsoft.com/office/drawing/2014/main" id="{264977E6-8B3E-DC9C-598A-76D6D6F228A9}"/>
              </a:ext>
            </a:extLst>
          </p:cNvPr>
          <p:cNvSpPr>
            <a:spLocks noGrp="1"/>
          </p:cNvSpPr>
          <p:nvPr>
            <p:ph idx="1"/>
          </p:nvPr>
        </p:nvSpPr>
        <p:spPr/>
        <p:txBody>
          <a:bodyPr/>
          <a:lstStyle/>
          <a:p>
            <a:r>
              <a:rPr lang="fr-FR"/>
              <a:t>L’IA intervient dans une décision ayant un impact significatif sur les droits:</a:t>
            </a:r>
          </a:p>
          <a:p>
            <a:pPr marL="0" indent="0">
              <a:buNone/>
            </a:pPr>
            <a:r>
              <a:rPr lang="fr-FR"/>
              <a:t>					Haut risque </a:t>
            </a:r>
          </a:p>
        </p:txBody>
      </p:sp>
    </p:spTree>
    <p:extLst>
      <p:ext uri="{BB962C8B-B14F-4D97-AF65-F5344CB8AC3E}">
        <p14:creationId xmlns:p14="http://schemas.microsoft.com/office/powerpoint/2010/main" val="1996900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DAB06-C23B-7291-492D-039ADA7675AC}"/>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C8A3ED2E-88BE-3582-8CD9-8030B95A64C0}"/>
              </a:ext>
            </a:extLst>
          </p:cNvPr>
          <p:cNvSpPr txBox="1"/>
          <p:nvPr/>
        </p:nvSpPr>
        <p:spPr>
          <a:xfrm>
            <a:off x="838200" y="86833"/>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fr-FR" sz="4400" kern="1200">
                <a:solidFill>
                  <a:schemeClr val="tx2"/>
                </a:solidFill>
                <a:effectLst/>
                <a:latin typeface="+mj-lt"/>
                <a:ea typeface="+mj-ea"/>
                <a:cs typeface="+mj-cs"/>
              </a:rPr>
              <a:t> </a:t>
            </a:r>
            <a:r>
              <a:rPr lang="fr-FR" sz="4400" kern="1200">
                <a:solidFill>
                  <a:schemeClr val="tx2"/>
                </a:solidFill>
                <a:latin typeface="+mj-lt"/>
                <a:ea typeface="+mj-ea"/>
                <a:cs typeface="+mj-cs"/>
              </a:rPr>
              <a:t>Analyse des émotions dans les mails des collaborateurs</a:t>
            </a:r>
          </a:p>
        </p:txBody>
      </p:sp>
      <p:pic>
        <p:nvPicPr>
          <p:cNvPr id="3" name="Image 2" descr="Une image contenant Visage humain, personne, sourire, collage&#10;&#10;Le contenu généré par l’IA peut être incorrect.">
            <a:extLst>
              <a:ext uri="{FF2B5EF4-FFF2-40B4-BE49-F238E27FC236}">
                <a16:creationId xmlns:a16="http://schemas.microsoft.com/office/drawing/2014/main" id="{8CDFD43B-435C-D002-E6D2-5DB0B10E7F2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3178" r="2" b="25748"/>
          <a:stretch>
            <a:fillRect/>
          </a:stretch>
        </p:blipFill>
        <p:spPr>
          <a:xfrm>
            <a:off x="838200" y="1494845"/>
            <a:ext cx="10515600" cy="4682118"/>
          </a:xfrm>
          <a:prstGeom prst="rect">
            <a:avLst/>
          </a:prstGeom>
          <a:noFill/>
        </p:spPr>
      </p:pic>
      <p:sp>
        <p:nvSpPr>
          <p:cNvPr id="4" name="ZoneTexte 3">
            <a:extLst>
              <a:ext uri="{FF2B5EF4-FFF2-40B4-BE49-F238E27FC236}">
                <a16:creationId xmlns:a16="http://schemas.microsoft.com/office/drawing/2014/main" id="{B58D0AD0-34AF-5C7B-C641-082ED221CC90}"/>
              </a:ext>
            </a:extLst>
          </p:cNvPr>
          <p:cNvSpPr txBox="1"/>
          <p:nvPr/>
        </p:nvSpPr>
        <p:spPr>
          <a:xfrm>
            <a:off x="8395939" y="5976908"/>
            <a:ext cx="2957861" cy="200055"/>
          </a:xfrm>
          <a:prstGeom prst="rect">
            <a:avLst/>
          </a:prstGeom>
          <a:solidFill>
            <a:srgbClr val="000000"/>
          </a:solidFill>
        </p:spPr>
        <p:txBody>
          <a:bodyPr wrap="none" rtlCol="0">
            <a:spAutoFit/>
          </a:bodyPr>
          <a:lstStyle/>
          <a:p>
            <a:pPr algn="r">
              <a:spcAft>
                <a:spcPts val="600"/>
              </a:spcAft>
            </a:pPr>
            <a:r>
              <a:rPr lang="fr-FR" sz="700">
                <a:solidFill>
                  <a:srgbClr val="FFFFFF"/>
                </a:solidFill>
                <a:hlinkClick r:id="rId3" tooltip="https://k12.thoughtfullearning.com/minilesson/seeing-emotion-facial-expressions">
                  <a:extLst>
                    <a:ext uri="{A12FA001-AC4F-418D-AE19-62706E023703}">
                      <ahyp:hlinkClr xmlns:ahyp="http://schemas.microsoft.com/office/drawing/2018/hyperlinkcolor" val="tx"/>
                    </a:ext>
                  </a:extLst>
                </a:hlinkClick>
              </a:rPr>
              <a:t>Cette photo</a:t>
            </a:r>
            <a:r>
              <a:rPr lang="fr-FR" sz="700">
                <a:solidFill>
                  <a:srgbClr val="FFFFFF"/>
                </a:solidFill>
              </a:rPr>
              <a:t> par Auteur inconnu est soumise à la licence </a:t>
            </a:r>
            <a:r>
              <a:rPr lang="fr-FR"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fr-FR" sz="700">
              <a:solidFill>
                <a:srgbClr val="FFFFFF"/>
              </a:solidFill>
            </a:endParaRPr>
          </a:p>
        </p:txBody>
      </p:sp>
    </p:spTree>
    <p:extLst>
      <p:ext uri="{BB962C8B-B14F-4D97-AF65-F5344CB8AC3E}">
        <p14:creationId xmlns:p14="http://schemas.microsoft.com/office/powerpoint/2010/main" val="2335112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1146-38D8-5D46-0FED-5CE4AAE74E9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EC1A3C6-3F46-F3B9-9263-EF471083D7DE}"/>
              </a:ext>
            </a:extLst>
          </p:cNvPr>
          <p:cNvSpPr>
            <a:spLocks noGrp="1"/>
          </p:cNvSpPr>
          <p:nvPr>
            <p:ph type="title"/>
          </p:nvPr>
        </p:nvSpPr>
        <p:spPr/>
        <p:txBody>
          <a:bodyPr/>
          <a:lstStyle/>
          <a:p>
            <a:r>
              <a:rPr lang="fr-FR"/>
              <a:t>ELEVE</a:t>
            </a:r>
          </a:p>
        </p:txBody>
      </p:sp>
      <p:sp>
        <p:nvSpPr>
          <p:cNvPr id="3" name="Espace réservé du contenu 2">
            <a:extLst>
              <a:ext uri="{FF2B5EF4-FFF2-40B4-BE49-F238E27FC236}">
                <a16:creationId xmlns:a16="http://schemas.microsoft.com/office/drawing/2014/main" id="{6334AFED-0F5A-8AEC-14E1-CB406B554B7E}"/>
              </a:ext>
            </a:extLst>
          </p:cNvPr>
          <p:cNvSpPr>
            <a:spLocks noGrp="1"/>
          </p:cNvSpPr>
          <p:nvPr>
            <p:ph idx="1"/>
          </p:nvPr>
        </p:nvSpPr>
        <p:spPr/>
        <p:txBody>
          <a:bodyPr/>
          <a:lstStyle/>
          <a:p>
            <a:r>
              <a:rPr lang="fr-FR"/>
              <a:t>Usage très controversé</a:t>
            </a:r>
          </a:p>
          <a:p>
            <a:pPr marL="0" indent="0">
              <a:buNone/>
            </a:pPr>
            <a:r>
              <a:rPr lang="fr-FR"/>
              <a:t>			Haut risque selon l’AI ACT</a:t>
            </a:r>
          </a:p>
        </p:txBody>
      </p:sp>
    </p:spTree>
    <p:extLst>
      <p:ext uri="{BB962C8B-B14F-4D97-AF65-F5344CB8AC3E}">
        <p14:creationId xmlns:p14="http://schemas.microsoft.com/office/powerpoint/2010/main" val="3783142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EAF34-DB8E-C84B-749E-D220E476A3FA}"/>
              </a:ext>
            </a:extLst>
          </p:cNvPr>
          <p:cNvSpPr>
            <a:spLocks noGrp="1"/>
          </p:cNvSpPr>
          <p:nvPr>
            <p:ph type="title"/>
          </p:nvPr>
        </p:nvSpPr>
        <p:spPr>
          <a:xfrm>
            <a:off x="831850" y="1709738"/>
            <a:ext cx="10515600" cy="2852737"/>
          </a:xfrm>
        </p:spPr>
        <p:txBody>
          <a:bodyPr anchor="ctr">
            <a:normAutofit/>
          </a:bodyPr>
          <a:lstStyle/>
          <a:p>
            <a:r>
              <a:rPr lang="fr-FR"/>
              <a:t>Cadre réglementaire – Ce que dit la loi</a:t>
            </a:r>
          </a:p>
        </p:txBody>
      </p:sp>
      <p:sp>
        <p:nvSpPr>
          <p:cNvPr id="7" name="Text Placeholder 2">
            <a:extLst>
              <a:ext uri="{FF2B5EF4-FFF2-40B4-BE49-F238E27FC236}">
                <a16:creationId xmlns:a16="http://schemas.microsoft.com/office/drawing/2014/main" id="{2BD672EE-3769-0EA8-06BE-A5EB1EC0C8AD}"/>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C215B442-D68D-2CF1-8D4B-E7BF997D44F5}"/>
              </a:ext>
            </a:extLst>
          </p:cNvPr>
          <p:cNvSpPr>
            <a:spLocks noGrp="1"/>
          </p:cNvSpPr>
          <p:nvPr>
            <p:ph type="body" sz="quarter" idx="13"/>
          </p:nvPr>
        </p:nvSpPr>
        <p:spPr>
          <a:xfrm>
            <a:off x="831850" y="1276350"/>
            <a:ext cx="2627313" cy="433388"/>
          </a:xfrm>
        </p:spPr>
        <p:txBody>
          <a:bodyPr>
            <a:normAutofit lnSpcReduction="10000"/>
          </a:bodyPr>
          <a:lstStyle/>
          <a:p>
            <a:endParaRPr lang="en-US"/>
          </a:p>
        </p:txBody>
      </p:sp>
    </p:spTree>
    <p:extLst>
      <p:ext uri="{BB962C8B-B14F-4D97-AF65-F5344CB8AC3E}">
        <p14:creationId xmlns:p14="http://schemas.microsoft.com/office/powerpoint/2010/main" val="29505846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7EE131A-0D65-C8F8-BF95-935BB27B0187}"/>
              </a:ext>
            </a:extLst>
          </p:cNvPr>
          <p:cNvSpPr txBox="1"/>
          <p:nvPr/>
        </p:nvSpPr>
        <p:spPr>
          <a:xfrm>
            <a:off x="2740938" y="530558"/>
            <a:ext cx="609750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0" i="0" u="none" strike="noStrike" kern="1200" cap="none" spc="0" normalizeH="0" baseline="0" noProof="0">
                <a:ln>
                  <a:noFill/>
                </a:ln>
                <a:solidFill>
                  <a:prstClr val="white"/>
                </a:solidFill>
                <a:effectLst/>
                <a:uLnTx/>
                <a:uFillTx/>
                <a:latin typeface="segoe ui"/>
                <a:ea typeface="+mn-ea"/>
                <a:cs typeface="+mn-cs"/>
              </a:rPr>
              <a:t>IA ACT </a:t>
            </a:r>
          </a:p>
        </p:txBody>
      </p:sp>
      <p:sp>
        <p:nvSpPr>
          <p:cNvPr id="4" name="ZoneTexte 3">
            <a:extLst>
              <a:ext uri="{FF2B5EF4-FFF2-40B4-BE49-F238E27FC236}">
                <a16:creationId xmlns:a16="http://schemas.microsoft.com/office/drawing/2014/main" id="{6378A724-ED18-096A-9601-4414BAC7DB1B}"/>
              </a:ext>
            </a:extLst>
          </p:cNvPr>
          <p:cNvSpPr txBox="1"/>
          <p:nvPr/>
        </p:nvSpPr>
        <p:spPr>
          <a:xfrm>
            <a:off x="1158844" y="1747319"/>
            <a:ext cx="10167041" cy="4955203"/>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800" b="0" i="0" u="none" strike="noStrike" kern="1200" cap="none" spc="0" normalizeH="0" baseline="0" noProof="0">
                <a:ln>
                  <a:noFill/>
                </a:ln>
                <a:solidFill>
                  <a:prstClr val="white"/>
                </a:solidFill>
                <a:effectLst/>
                <a:uLnTx/>
                <a:uFillTx/>
                <a:latin typeface="segoe ui"/>
                <a:ea typeface="+mn-ea"/>
                <a:cs typeface="+mn-cs"/>
              </a:rPr>
              <a:t>L’</a:t>
            </a:r>
            <a:r>
              <a:rPr kumimoji="0" lang="fr-FR" sz="2800" b="1" i="0" u="none" strike="noStrike" kern="1200" cap="none" spc="0" normalizeH="0" baseline="0" noProof="0">
                <a:ln>
                  <a:noFill/>
                </a:ln>
                <a:solidFill>
                  <a:prstClr val="white"/>
                </a:solidFill>
                <a:effectLst/>
                <a:uLnTx/>
                <a:uFillTx/>
                <a:latin typeface="segoe ui"/>
                <a:ea typeface="+mn-ea"/>
                <a:cs typeface="+mn-cs"/>
              </a:rPr>
              <a:t>AI </a:t>
            </a:r>
            <a:r>
              <a:rPr kumimoji="0" lang="fr-FR" sz="2800" b="1" i="0" u="none" strike="noStrike" kern="1200" cap="none" spc="0" normalizeH="0" baseline="0" noProof="0" err="1">
                <a:ln>
                  <a:noFill/>
                </a:ln>
                <a:solidFill>
                  <a:prstClr val="white"/>
                </a:solidFill>
                <a:effectLst/>
                <a:uLnTx/>
                <a:uFillTx/>
                <a:latin typeface="segoe ui"/>
                <a:ea typeface="+mn-ea"/>
                <a:cs typeface="+mn-cs"/>
              </a:rPr>
              <a:t>Act</a:t>
            </a:r>
            <a:r>
              <a:rPr kumimoji="0" lang="fr-FR" sz="2800" b="0" i="0" u="none" strike="noStrike" kern="1200" cap="none" spc="0" normalizeH="0" baseline="0" noProof="0">
                <a:ln>
                  <a:noFill/>
                </a:ln>
                <a:solidFill>
                  <a:prstClr val="white"/>
                </a:solidFill>
                <a:effectLst/>
                <a:uLnTx/>
                <a:uFillTx/>
                <a:latin typeface="segoe ui"/>
                <a:ea typeface="+mn-ea"/>
                <a:cs typeface="+mn-cs"/>
              </a:rPr>
              <a:t> (ou </a:t>
            </a:r>
            <a:r>
              <a:rPr kumimoji="0" lang="fr-FR" sz="2800" b="1" i="0" u="none" strike="noStrike" kern="1200" cap="none" spc="0" normalizeH="0" baseline="0" noProof="0">
                <a:ln>
                  <a:noFill/>
                </a:ln>
                <a:solidFill>
                  <a:prstClr val="white"/>
                </a:solidFill>
                <a:effectLst/>
                <a:uLnTx/>
                <a:uFillTx/>
                <a:latin typeface="segoe ui"/>
                <a:ea typeface="+mn-ea"/>
                <a:cs typeface="+mn-cs"/>
              </a:rPr>
              <a:t>Loi sur l’intelligence artificielle</a:t>
            </a:r>
            <a:r>
              <a:rPr kumimoji="0" lang="fr-FR" sz="2800" b="0" i="0" u="none" strike="noStrike" kern="1200" cap="none" spc="0" normalizeH="0" baseline="0" noProof="0">
                <a:ln>
                  <a:noFill/>
                </a:ln>
                <a:solidFill>
                  <a:prstClr val="white"/>
                </a:solidFill>
                <a:effectLst/>
                <a:uLnTx/>
                <a:uFillTx/>
                <a:latin typeface="segoe ui"/>
                <a:ea typeface="+mn-ea"/>
                <a:cs typeface="+mn-cs"/>
              </a:rPr>
              <a:t>) est le </a:t>
            </a:r>
            <a:r>
              <a:rPr kumimoji="0" lang="fr-FR" sz="2800" b="0" i="0" u="none" strike="noStrike" kern="1200" cap="none" spc="0" normalizeH="0" baseline="0" noProof="0">
                <a:ln>
                  <a:noFill/>
                </a:ln>
                <a:solidFill>
                  <a:srgbClr val="FFFF00"/>
                </a:solidFill>
                <a:effectLst/>
                <a:uLnTx/>
                <a:uFillTx/>
                <a:latin typeface="segoe ui"/>
                <a:ea typeface="+mn-ea"/>
                <a:cs typeface="+mn-cs"/>
              </a:rPr>
              <a:t>premier cadre juridique global au monde dédié à l’IA</a:t>
            </a:r>
            <a:r>
              <a:rPr kumimoji="0" lang="fr-FR" sz="2800" b="0" i="0" u="none" strike="noStrike" kern="1200" cap="none" spc="0" normalizeH="0" baseline="0" noProof="0">
                <a:ln>
                  <a:noFill/>
                </a:ln>
                <a:solidFill>
                  <a:prstClr val="white"/>
                </a:solidFill>
                <a:effectLst/>
                <a:uLnTx/>
                <a:uFillTx/>
                <a:latin typeface="segoe ui"/>
                <a:ea typeface="+mn-ea"/>
                <a:cs typeface="+mn-cs"/>
              </a:rPr>
              <a:t>, adopté par l’Union européenne en 2024.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800" b="0" i="0" u="none" strike="noStrike" kern="1200" cap="none" spc="0" normalizeH="0" baseline="0" noProof="0">
              <a:ln>
                <a:noFill/>
              </a:ln>
              <a:solidFill>
                <a:prstClr val="white"/>
              </a:solidFill>
              <a:effectLst/>
              <a:uLnTx/>
              <a:uFillTx/>
              <a:latin typeface="segoe u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800" b="0" i="0" u="none" strike="noStrike" kern="1200" cap="none" spc="0" normalizeH="0" baseline="0" noProof="0">
                <a:ln>
                  <a:noFill/>
                </a:ln>
                <a:solidFill>
                  <a:prstClr val="white"/>
                </a:solidFill>
                <a:effectLst/>
                <a:uLnTx/>
                <a:uFillTx/>
                <a:latin typeface="segoe ui"/>
                <a:ea typeface="+mn-ea"/>
                <a:cs typeface="+mn-cs"/>
              </a:rPr>
              <a:t>L’idée est de </a:t>
            </a:r>
            <a:r>
              <a:rPr kumimoji="0" lang="fr-FR" sz="2800" b="0" i="0" u="none" strike="noStrike" kern="1200" cap="none" spc="0" normalizeH="0" baseline="0" noProof="0">
                <a:ln>
                  <a:noFill/>
                </a:ln>
                <a:solidFill>
                  <a:srgbClr val="FFFF00"/>
                </a:solidFill>
                <a:effectLst/>
                <a:uLnTx/>
                <a:uFillTx/>
                <a:latin typeface="segoe ui"/>
                <a:ea typeface="+mn-ea"/>
                <a:cs typeface="+mn-cs"/>
              </a:rPr>
              <a:t>créer un </a:t>
            </a:r>
            <a:r>
              <a:rPr kumimoji="0" lang="fr-FR" sz="2800" b="1" i="0" u="none" strike="noStrike" kern="1200" cap="none" spc="0" normalizeH="0" baseline="0" noProof="0">
                <a:ln>
                  <a:noFill/>
                </a:ln>
                <a:solidFill>
                  <a:srgbClr val="FFFF00"/>
                </a:solidFill>
                <a:effectLst/>
                <a:uLnTx/>
                <a:uFillTx/>
                <a:latin typeface="segoe ui"/>
                <a:ea typeface="+mn-ea"/>
                <a:cs typeface="+mn-cs"/>
              </a:rPr>
              <a:t>cadre commun</a:t>
            </a:r>
            <a:r>
              <a:rPr kumimoji="0" lang="fr-FR" sz="2800" b="0" i="0" u="none" strike="noStrike" kern="1200" cap="none" spc="0" normalizeH="0" baseline="0" noProof="0">
                <a:ln>
                  <a:noFill/>
                </a:ln>
                <a:solidFill>
                  <a:srgbClr val="FFFF00"/>
                </a:solidFill>
                <a:effectLst/>
                <a:uLnTx/>
                <a:uFillTx/>
                <a:latin typeface="segoe ui"/>
                <a:ea typeface="+mn-ea"/>
                <a:cs typeface="+mn-cs"/>
              </a:rPr>
              <a:t> </a:t>
            </a:r>
            <a:r>
              <a:rPr kumimoji="0" lang="fr-FR" sz="2800" b="0" i="0" u="none" strike="noStrike" kern="1200" cap="none" spc="0" normalizeH="0" baseline="0" noProof="0">
                <a:ln>
                  <a:noFill/>
                </a:ln>
                <a:solidFill>
                  <a:prstClr val="white"/>
                </a:solidFill>
                <a:effectLst/>
                <a:uLnTx/>
                <a:uFillTx/>
                <a:latin typeface="segoe ui"/>
                <a:ea typeface="+mn-ea"/>
                <a:cs typeface="+mn-cs"/>
              </a:rPr>
              <a:t>pour éviter la fragmentation des règles dans chaque État membre.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2800" b="0" i="0" u="none" strike="noStrike" kern="1200" cap="none" spc="0" normalizeH="0" baseline="0" noProof="0">
              <a:ln>
                <a:noFill/>
              </a:ln>
              <a:solidFill>
                <a:prstClr val="white"/>
              </a:solidFill>
              <a:effectLst/>
              <a:uLnTx/>
              <a:uFillTx/>
              <a:latin typeface="segoe u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800" b="0" i="0" u="none" strike="noStrike" kern="1200" cap="none" spc="0" normalizeH="0" baseline="0" noProof="0">
                <a:ln>
                  <a:noFill/>
                </a:ln>
                <a:solidFill>
                  <a:prstClr val="white"/>
                </a:solidFill>
                <a:effectLst/>
                <a:uLnTx/>
                <a:uFillTx/>
                <a:latin typeface="segoe ui"/>
                <a:ea typeface="+mn-ea"/>
                <a:cs typeface="+mn-cs"/>
              </a:rPr>
              <a:t>Le règlement a été </a:t>
            </a:r>
            <a:r>
              <a:rPr kumimoji="0" lang="fr-FR" sz="2800" b="1" i="0" u="none" strike="noStrike" kern="1200" cap="none" spc="0" normalizeH="0" baseline="0" noProof="0">
                <a:ln>
                  <a:noFill/>
                </a:ln>
                <a:solidFill>
                  <a:srgbClr val="FFFF00"/>
                </a:solidFill>
                <a:effectLst/>
                <a:uLnTx/>
                <a:uFillTx/>
                <a:latin typeface="segoe ui"/>
                <a:ea typeface="+mn-ea"/>
                <a:cs typeface="+mn-cs"/>
              </a:rPr>
              <a:t>adopté en 2024</a:t>
            </a:r>
            <a:r>
              <a:rPr kumimoji="0" lang="fr-FR" sz="2800" b="0" i="0" u="none" strike="noStrike" kern="1200" cap="none" spc="0" normalizeH="0" baseline="0" noProof="0">
                <a:ln>
                  <a:noFill/>
                </a:ln>
                <a:solidFill>
                  <a:srgbClr val="FFFF00"/>
                </a:solidFill>
                <a:effectLst/>
                <a:uLnTx/>
                <a:uFillTx/>
                <a:latin typeface="segoe ui"/>
                <a:ea typeface="+mn-ea"/>
                <a:cs typeface="+mn-cs"/>
              </a:rPr>
              <a:t> </a:t>
            </a:r>
            <a:r>
              <a:rPr kumimoji="0" lang="fr-FR" sz="2800" b="0" i="0" u="none" strike="noStrike" kern="1200" cap="none" spc="0" normalizeH="0" baseline="0" noProof="0">
                <a:ln>
                  <a:noFill/>
                </a:ln>
                <a:solidFill>
                  <a:prstClr val="white"/>
                </a:solidFill>
                <a:effectLst/>
                <a:uLnTx/>
                <a:uFillTx/>
                <a:latin typeface="segoe ui"/>
                <a:ea typeface="+mn-ea"/>
                <a:cs typeface="+mn-cs"/>
              </a:rPr>
              <a:t>et entrera en application progressive entre 2025 et 2026.</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2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2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2" name="Bulle narrative : ronde 1">
            <a:extLst>
              <a:ext uri="{FF2B5EF4-FFF2-40B4-BE49-F238E27FC236}">
                <a16:creationId xmlns:a16="http://schemas.microsoft.com/office/drawing/2014/main" id="{5753F154-F94B-AD4D-938A-44500E46FC64}"/>
              </a:ext>
            </a:extLst>
          </p:cNvPr>
          <p:cNvSpPr/>
          <p:nvPr/>
        </p:nvSpPr>
        <p:spPr>
          <a:xfrm>
            <a:off x="8460337" y="62594"/>
            <a:ext cx="2991028" cy="1298961"/>
          </a:xfrm>
          <a:prstGeom prst="wedgeEllipseCallout">
            <a:avLst>
              <a:gd name="adj1" fmla="val -96943"/>
              <a:gd name="adj2" fmla="val 1703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1887AD1-C7B1-ECC2-D86F-A2969BD2FC10}"/>
              </a:ext>
            </a:extLst>
          </p:cNvPr>
          <p:cNvSpPr txBox="1"/>
          <p:nvPr/>
        </p:nvSpPr>
        <p:spPr>
          <a:xfrm>
            <a:off x="8904718" y="530558"/>
            <a:ext cx="2085174" cy="369332"/>
          </a:xfrm>
          <a:prstGeom prst="rect">
            <a:avLst/>
          </a:prstGeom>
          <a:noFill/>
        </p:spPr>
        <p:txBody>
          <a:bodyPr wrap="square" rtlCol="0">
            <a:spAutoFit/>
          </a:bodyPr>
          <a:lstStyle/>
          <a:p>
            <a:pPr algn="ctr"/>
            <a:r>
              <a:rPr lang="fr-FR">
                <a:solidFill>
                  <a:schemeClr val="bg1"/>
                </a:solidFill>
              </a:rPr>
              <a:t>Qui connait?</a:t>
            </a:r>
          </a:p>
        </p:txBody>
      </p:sp>
    </p:spTree>
    <p:extLst>
      <p:ext uri="{BB962C8B-B14F-4D97-AF65-F5344CB8AC3E}">
        <p14:creationId xmlns:p14="http://schemas.microsoft.com/office/powerpoint/2010/main" val="2395528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02BC684-DCD7-9020-9A71-D8D146EA8F2A}"/>
              </a:ext>
            </a:extLst>
          </p:cNvPr>
          <p:cNvSpPr txBox="1"/>
          <p:nvPr/>
        </p:nvSpPr>
        <p:spPr>
          <a:xfrm>
            <a:off x="783556" y="2765475"/>
            <a:ext cx="10680192" cy="107721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a:ln>
                  <a:noFill/>
                </a:ln>
                <a:solidFill>
                  <a:srgbClr val="FFFF00"/>
                </a:solidFill>
                <a:effectLst/>
                <a:uLnTx/>
                <a:uFillTx/>
                <a:latin typeface="Segoe UI" panose="020B0502040204020203" pitchFamily="34" charset="0"/>
                <a:ea typeface="+mn-ea"/>
                <a:cs typeface="Segoe UI" panose="020B0502040204020203" pitchFamily="34" charset="0"/>
              </a:rPr>
              <a:t>A partir d’août 2026</a:t>
            </a:r>
            <a:r>
              <a:rPr kumimoji="0" lang="fr-FR" sz="3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 les sanctions pourront s’appliquer pour les manquements associés</a:t>
            </a:r>
          </a:p>
        </p:txBody>
      </p:sp>
      <p:sp>
        <p:nvSpPr>
          <p:cNvPr id="4" name="ZoneTexte 3">
            <a:extLst>
              <a:ext uri="{FF2B5EF4-FFF2-40B4-BE49-F238E27FC236}">
                <a16:creationId xmlns:a16="http://schemas.microsoft.com/office/drawing/2014/main" id="{74341930-A677-F4F5-39B7-775E6DED75B9}"/>
              </a:ext>
            </a:extLst>
          </p:cNvPr>
          <p:cNvSpPr txBox="1"/>
          <p:nvPr/>
        </p:nvSpPr>
        <p:spPr>
          <a:xfrm>
            <a:off x="2447256" y="4404580"/>
            <a:ext cx="9016492"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Amende pouvant atteindre </a:t>
            </a:r>
            <a:r>
              <a:rPr kumimoji="0" lang="fr-FR" sz="32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15 millions d’euros </a:t>
            </a:r>
            <a:r>
              <a:rPr kumimoji="0" lang="fr-FR" sz="3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ou </a:t>
            </a:r>
            <a:r>
              <a:rPr kumimoji="0" lang="fr-FR" sz="32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3% du chiffre d’affaires mondial</a:t>
            </a:r>
          </a:p>
        </p:txBody>
      </p:sp>
      <p:sp>
        <p:nvSpPr>
          <p:cNvPr id="17" name="ZoneTexte 16">
            <a:extLst>
              <a:ext uri="{FF2B5EF4-FFF2-40B4-BE49-F238E27FC236}">
                <a16:creationId xmlns:a16="http://schemas.microsoft.com/office/drawing/2014/main" id="{1B7FC1E6-D68A-D1B1-3568-823B27F707EE}"/>
              </a:ext>
            </a:extLst>
          </p:cNvPr>
          <p:cNvSpPr txBox="1"/>
          <p:nvPr/>
        </p:nvSpPr>
        <p:spPr>
          <a:xfrm>
            <a:off x="3325368" y="1372592"/>
            <a:ext cx="5541264" cy="830997"/>
          </a:xfrm>
          <a:prstGeom prst="rect">
            <a:avLst/>
          </a:prstGeom>
          <a:noFill/>
        </p:spPr>
        <p:txBody>
          <a:bodyPr wrap="square" rtlCol="0">
            <a:spAutoFit/>
          </a:bodyPr>
          <a:lstStyle>
            <a:defPPr>
              <a:defRPr lang="fr-FR"/>
            </a:defPPr>
            <a:lvl1pPr algn="ctr">
              <a:defRPr sz="4800">
                <a:solidFill>
                  <a:schemeClr val="bg1"/>
                </a:solidFill>
                <a:latin typeface="Ace Sans Extrabold"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0" i="0" u="none" strike="noStrike" kern="1200" cap="none" spc="0" normalizeH="0" baseline="0" noProof="0">
                <a:ln>
                  <a:noFill/>
                </a:ln>
                <a:solidFill>
                  <a:prstClr val="white"/>
                </a:solidFill>
                <a:effectLst/>
                <a:uLnTx/>
                <a:uFillTx/>
                <a:latin typeface="Ace Sans Extrabold" pitchFamily="2" charset="0"/>
                <a:ea typeface="+mn-ea"/>
                <a:cs typeface="+mn-cs"/>
              </a:rPr>
              <a:t>Les sanctions</a:t>
            </a:r>
          </a:p>
        </p:txBody>
      </p:sp>
      <p:pic>
        <p:nvPicPr>
          <p:cNvPr id="6" name="Graphique 5" descr="Pièces contour">
            <a:extLst>
              <a:ext uri="{FF2B5EF4-FFF2-40B4-BE49-F238E27FC236}">
                <a16:creationId xmlns:a16="http://schemas.microsoft.com/office/drawing/2014/main" id="{73E59F5E-24C4-4292-7D6E-8E9E25CEDA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5208" y="4149439"/>
            <a:ext cx="1587500" cy="1587500"/>
          </a:xfrm>
          <a:prstGeom prst="rect">
            <a:avLst/>
          </a:prstGeom>
        </p:spPr>
      </p:pic>
    </p:spTree>
    <p:extLst>
      <p:ext uri="{BB962C8B-B14F-4D97-AF65-F5344CB8AC3E}">
        <p14:creationId xmlns:p14="http://schemas.microsoft.com/office/powerpoint/2010/main" val="1621881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F48ABA13-B7E5-F867-2589-775D72064805}"/>
              </a:ext>
            </a:extLst>
          </p:cNvPr>
          <p:cNvSpPr txBox="1"/>
          <p:nvPr/>
        </p:nvSpPr>
        <p:spPr>
          <a:xfrm>
            <a:off x="4061383" y="1796821"/>
            <a:ext cx="10729087" cy="584775"/>
          </a:xfrm>
          <a:prstGeom prst="rect">
            <a:avLst/>
          </a:prstGeom>
          <a:noFill/>
        </p:spPr>
        <p:txBody>
          <a:bodyPr wrap="square" rtlCol="0">
            <a:spAutoFit/>
          </a:bodyPr>
          <a:lstStyle/>
          <a:p>
            <a:r>
              <a:rPr lang="fr-FR" sz="3200">
                <a:solidFill>
                  <a:schemeClr val="bg1"/>
                </a:solidFill>
                <a:latin typeface="Segoe UI" panose="020B0502040204020203" pitchFamily="34" charset="0"/>
                <a:cs typeface="Segoe UI" panose="020B0502040204020203" pitchFamily="34" charset="0"/>
              </a:rPr>
              <a:t>Les obligations : </a:t>
            </a:r>
          </a:p>
        </p:txBody>
      </p:sp>
      <p:sp>
        <p:nvSpPr>
          <p:cNvPr id="2" name="Rectangle : coins arrondis 1">
            <a:extLst>
              <a:ext uri="{FF2B5EF4-FFF2-40B4-BE49-F238E27FC236}">
                <a16:creationId xmlns:a16="http://schemas.microsoft.com/office/drawing/2014/main" id="{84F6E2AE-6D5D-91D2-BCCC-9DA3C89840F1}"/>
              </a:ext>
            </a:extLst>
          </p:cNvPr>
          <p:cNvSpPr/>
          <p:nvPr/>
        </p:nvSpPr>
        <p:spPr>
          <a:xfrm>
            <a:off x="612012" y="3581400"/>
            <a:ext cx="2520000" cy="2832100"/>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1200"/>
              </a:spcAft>
            </a:pPr>
            <a:r>
              <a:rPr lang="fr-FR" sz="2400" b="1">
                <a:solidFill>
                  <a:schemeClr val="tx1"/>
                </a:solidFill>
                <a:latin typeface="Segoe UI" panose="020B0502040204020203" pitchFamily="34" charset="0"/>
                <a:cs typeface="Segoe UI" panose="020B0502040204020203" pitchFamily="34" charset="0"/>
              </a:rPr>
              <a:t>Transparence</a:t>
            </a:r>
            <a:endParaRPr lang="fr-FR" sz="2400" b="1">
              <a:solidFill>
                <a:schemeClr val="bg1"/>
              </a:solidFill>
              <a:latin typeface="Segoe UI" panose="020B0502040204020203" pitchFamily="34" charset="0"/>
              <a:cs typeface="Segoe UI" panose="020B0502040204020203" pitchFamily="34" charset="0"/>
            </a:endParaRPr>
          </a:p>
          <a:p>
            <a:pPr>
              <a:spcAft>
                <a:spcPts val="600"/>
              </a:spcAft>
            </a:pPr>
            <a:r>
              <a:rPr lang="fr-FR" sz="2400">
                <a:solidFill>
                  <a:schemeClr val="bg1"/>
                </a:solidFill>
                <a:latin typeface="Segoe UI" panose="020B0502040204020203" pitchFamily="34" charset="0"/>
                <a:cs typeface="Segoe UI" panose="020B0502040204020203" pitchFamily="34" charset="0"/>
              </a:rPr>
              <a:t>sur les usages de l’IA dans votre entreprise</a:t>
            </a:r>
          </a:p>
        </p:txBody>
      </p:sp>
      <p:sp>
        <p:nvSpPr>
          <p:cNvPr id="3" name="Rectangle : coins arrondis 2">
            <a:extLst>
              <a:ext uri="{FF2B5EF4-FFF2-40B4-BE49-F238E27FC236}">
                <a16:creationId xmlns:a16="http://schemas.microsoft.com/office/drawing/2014/main" id="{D96449C5-816A-F7AF-9D04-D06D3ACFA3D1}"/>
              </a:ext>
            </a:extLst>
          </p:cNvPr>
          <p:cNvSpPr/>
          <p:nvPr/>
        </p:nvSpPr>
        <p:spPr>
          <a:xfrm>
            <a:off x="3469621" y="3581400"/>
            <a:ext cx="2520000" cy="2832100"/>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1200"/>
              </a:spcAft>
            </a:pPr>
            <a:r>
              <a:rPr lang="fr-FR" sz="2400" b="1">
                <a:solidFill>
                  <a:schemeClr val="tx1"/>
                </a:solidFill>
                <a:latin typeface="Segoe UI" panose="020B0502040204020203" pitchFamily="34" charset="0"/>
                <a:cs typeface="Segoe UI" panose="020B0502040204020203" pitchFamily="34" charset="0"/>
              </a:rPr>
              <a:t>Analyse d’impact </a:t>
            </a:r>
          </a:p>
          <a:p>
            <a:pPr>
              <a:spcAft>
                <a:spcPts val="600"/>
              </a:spcAft>
            </a:pPr>
            <a:r>
              <a:rPr lang="fr-FR" sz="2400">
                <a:solidFill>
                  <a:schemeClr val="bg1"/>
                </a:solidFill>
                <a:latin typeface="Segoe UI" panose="020B0502040204020203" pitchFamily="34" charset="0"/>
                <a:cs typeface="Segoe UI" panose="020B0502040204020203" pitchFamily="34" charset="0"/>
              </a:rPr>
              <a:t>pour les systèmes à haut risque</a:t>
            </a:r>
          </a:p>
        </p:txBody>
      </p:sp>
      <p:sp>
        <p:nvSpPr>
          <p:cNvPr id="6" name="Rectangle : coins arrondis 5">
            <a:extLst>
              <a:ext uri="{FF2B5EF4-FFF2-40B4-BE49-F238E27FC236}">
                <a16:creationId xmlns:a16="http://schemas.microsoft.com/office/drawing/2014/main" id="{0F13A9E7-E56C-C328-5253-179E31B09ABE}"/>
              </a:ext>
            </a:extLst>
          </p:cNvPr>
          <p:cNvSpPr/>
          <p:nvPr/>
        </p:nvSpPr>
        <p:spPr>
          <a:xfrm>
            <a:off x="6327230" y="3581400"/>
            <a:ext cx="2520000" cy="2832100"/>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1200"/>
              </a:spcAft>
            </a:pPr>
            <a:r>
              <a:rPr lang="fr-FR" sz="2400" b="1">
                <a:solidFill>
                  <a:schemeClr val="tx1"/>
                </a:solidFill>
                <a:latin typeface="Segoe UI" panose="020B0502040204020203" pitchFamily="34" charset="0"/>
                <a:cs typeface="Segoe UI" panose="020B0502040204020203" pitchFamily="34" charset="0"/>
              </a:rPr>
              <a:t>Traçabilité</a:t>
            </a:r>
            <a:endParaRPr lang="fr-FR" sz="2400" b="1">
              <a:solidFill>
                <a:schemeClr val="bg1"/>
              </a:solidFill>
              <a:latin typeface="Segoe UI" panose="020B0502040204020203" pitchFamily="34" charset="0"/>
              <a:cs typeface="Segoe UI" panose="020B0502040204020203" pitchFamily="34" charset="0"/>
            </a:endParaRPr>
          </a:p>
          <a:p>
            <a:r>
              <a:rPr lang="fr-FR" sz="2400">
                <a:solidFill>
                  <a:schemeClr val="bg1"/>
                </a:solidFill>
                <a:latin typeface="Segoe UI" panose="020B0502040204020203" pitchFamily="34" charset="0"/>
                <a:cs typeface="Segoe UI" panose="020B0502040204020203" pitchFamily="34" charset="0"/>
              </a:rPr>
              <a:t>respecter les règles de supervision humaine, de documentation</a:t>
            </a:r>
          </a:p>
        </p:txBody>
      </p:sp>
      <p:sp>
        <p:nvSpPr>
          <p:cNvPr id="7" name="Rectangle : coins arrondis 6">
            <a:extLst>
              <a:ext uri="{FF2B5EF4-FFF2-40B4-BE49-F238E27FC236}">
                <a16:creationId xmlns:a16="http://schemas.microsoft.com/office/drawing/2014/main" id="{F8EE6707-97DE-845F-C942-E1A874A6DEE4}"/>
              </a:ext>
            </a:extLst>
          </p:cNvPr>
          <p:cNvSpPr/>
          <p:nvPr/>
        </p:nvSpPr>
        <p:spPr>
          <a:xfrm>
            <a:off x="9184839" y="3581400"/>
            <a:ext cx="2520000" cy="2832100"/>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1200"/>
              </a:spcAft>
            </a:pPr>
            <a:r>
              <a:rPr lang="fr-FR" sz="2400" b="1">
                <a:solidFill>
                  <a:schemeClr val="tx1"/>
                </a:solidFill>
                <a:latin typeface="Segoe UI" panose="020B0502040204020203" pitchFamily="34" charset="0"/>
                <a:cs typeface="Segoe UI" panose="020B0502040204020203" pitchFamily="34" charset="0"/>
              </a:rPr>
              <a:t>Prévention</a:t>
            </a:r>
            <a:endParaRPr lang="fr-FR" sz="2400" b="1">
              <a:solidFill>
                <a:schemeClr val="bg1"/>
              </a:solidFill>
              <a:latin typeface="Segoe UI" panose="020B0502040204020203" pitchFamily="34" charset="0"/>
              <a:cs typeface="Segoe UI" panose="020B0502040204020203" pitchFamily="34" charset="0"/>
            </a:endParaRPr>
          </a:p>
          <a:p>
            <a:pPr>
              <a:spcAft>
                <a:spcPts val="600"/>
              </a:spcAft>
            </a:pPr>
            <a:r>
              <a:rPr lang="fr-FR" sz="2400">
                <a:solidFill>
                  <a:schemeClr val="bg1"/>
                </a:solidFill>
                <a:latin typeface="Segoe UI" panose="020B0502040204020203" pitchFamily="34" charset="0"/>
                <a:cs typeface="Segoe UI" panose="020B0502040204020203" pitchFamily="34" charset="0"/>
              </a:rPr>
              <a:t>formation des collaborateurs</a:t>
            </a:r>
          </a:p>
        </p:txBody>
      </p:sp>
    </p:spTree>
    <p:extLst>
      <p:ext uri="{BB962C8B-B14F-4D97-AF65-F5344CB8AC3E}">
        <p14:creationId xmlns:p14="http://schemas.microsoft.com/office/powerpoint/2010/main" val="3181960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FD3F70-872F-EBF4-B7D8-49FBA22DDEFE}"/>
              </a:ext>
            </a:extLst>
          </p:cNvPr>
          <p:cNvSpPr>
            <a:spLocks noGrp="1"/>
          </p:cNvSpPr>
          <p:nvPr>
            <p:ph type="title"/>
          </p:nvPr>
        </p:nvSpPr>
        <p:spPr>
          <a:xfrm>
            <a:off x="838200" y="86833"/>
            <a:ext cx="10515600" cy="1325563"/>
          </a:xfrm>
        </p:spPr>
        <p:txBody>
          <a:bodyPr anchor="ctr">
            <a:normAutofit/>
          </a:bodyPr>
          <a:lstStyle/>
          <a:p>
            <a:r>
              <a:rPr lang="fr-FR"/>
              <a:t>Les niveaux de risque</a:t>
            </a:r>
          </a:p>
        </p:txBody>
      </p:sp>
      <p:graphicFrame>
        <p:nvGraphicFramePr>
          <p:cNvPr id="5" name="Espace réservé du contenu 4">
            <a:extLst>
              <a:ext uri="{FF2B5EF4-FFF2-40B4-BE49-F238E27FC236}">
                <a16:creationId xmlns:a16="http://schemas.microsoft.com/office/drawing/2014/main" id="{EF097695-2BF6-4A23-A798-A9F28B8985B1}"/>
              </a:ext>
            </a:extLst>
          </p:cNvPr>
          <p:cNvGraphicFramePr>
            <a:graphicFrameLocks noGrp="1"/>
          </p:cNvGraphicFramePr>
          <p:nvPr>
            <p:ph idx="1"/>
          </p:nvPr>
        </p:nvGraphicFramePr>
        <p:xfrm>
          <a:off x="838200" y="1520371"/>
          <a:ext cx="10515601" cy="4631067"/>
        </p:xfrm>
        <a:graphic>
          <a:graphicData uri="http://schemas.openxmlformats.org/drawingml/2006/table">
            <a:tbl>
              <a:tblPr firstRow="1" firstCol="1" bandRow="1">
                <a:noFill/>
                <a:tableStyleId>{5C22544A-7EE6-4342-B048-85BDC9FD1C3A}</a:tableStyleId>
              </a:tblPr>
              <a:tblGrid>
                <a:gridCol w="3262054">
                  <a:extLst>
                    <a:ext uri="{9D8B030D-6E8A-4147-A177-3AD203B41FA5}">
                      <a16:colId xmlns:a16="http://schemas.microsoft.com/office/drawing/2014/main" val="677224030"/>
                    </a:ext>
                  </a:extLst>
                </a:gridCol>
                <a:gridCol w="3619966">
                  <a:extLst>
                    <a:ext uri="{9D8B030D-6E8A-4147-A177-3AD203B41FA5}">
                      <a16:colId xmlns:a16="http://schemas.microsoft.com/office/drawing/2014/main" val="2792734737"/>
                    </a:ext>
                  </a:extLst>
                </a:gridCol>
                <a:gridCol w="3633581">
                  <a:extLst>
                    <a:ext uri="{9D8B030D-6E8A-4147-A177-3AD203B41FA5}">
                      <a16:colId xmlns:a16="http://schemas.microsoft.com/office/drawing/2014/main" val="864405676"/>
                    </a:ext>
                  </a:extLst>
                </a:gridCol>
              </a:tblGrid>
              <a:tr h="679721">
                <a:tc>
                  <a:txBody>
                    <a:bodyPr/>
                    <a:lstStyle/>
                    <a:p>
                      <a:pPr>
                        <a:buNone/>
                      </a:pPr>
                      <a:r>
                        <a:rPr lang="fr-FR" sz="2000" b="1" cap="all" spc="150">
                          <a:solidFill>
                            <a:schemeClr val="tx1"/>
                          </a:solidFill>
                          <a:effectLst/>
                        </a:rPr>
                        <a:t>Niveau de risque</a:t>
                      </a:r>
                    </a:p>
                  </a:txBody>
                  <a:tcPr marL="168063" marR="168063" marT="168063" marB="168063"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fr-FR" sz="2000" b="1" cap="all" spc="150">
                          <a:solidFill>
                            <a:schemeClr val="tx1"/>
                          </a:solidFill>
                          <a:effectLst/>
                        </a:rPr>
                        <a:t>Exemples</a:t>
                      </a:r>
                    </a:p>
                  </a:txBody>
                  <a:tcPr marL="168063" marR="168063" marT="168063" marB="168063"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fr-FR" sz="2000" b="1" cap="all" spc="150">
                          <a:solidFill>
                            <a:schemeClr val="tx1"/>
                          </a:solidFill>
                          <a:effectLst/>
                        </a:rPr>
                        <a:t>Régime juridique</a:t>
                      </a:r>
                    </a:p>
                  </a:txBody>
                  <a:tcPr marL="168063" marR="168063" marT="168063" marB="168063"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1883792013"/>
                  </a:ext>
                </a:extLst>
              </a:tr>
              <a:tr h="1109215">
                <a:tc>
                  <a:txBody>
                    <a:bodyPr/>
                    <a:lstStyle/>
                    <a:p>
                      <a:pPr>
                        <a:buNone/>
                      </a:pPr>
                      <a:r>
                        <a:rPr lang="fr-FR" sz="1600" b="1" cap="none" spc="0">
                          <a:solidFill>
                            <a:schemeClr val="tx1"/>
                          </a:solidFill>
                          <a:effectLst/>
                        </a:rPr>
                        <a:t>❌ Risque inacceptable</a:t>
                      </a:r>
                    </a:p>
                  </a:txBody>
                  <a:tcPr marL="168063" marR="168063" marT="168063" marB="168063"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fr-FR" sz="1600" cap="none" spc="0">
                          <a:solidFill>
                            <a:schemeClr val="tx1"/>
                          </a:solidFill>
                          <a:effectLst/>
                        </a:rPr>
                        <a:t>Manipulation mentale, scoring social, surveillance biométrique en temps réel</a:t>
                      </a:r>
                    </a:p>
                  </a:txBody>
                  <a:tcPr marL="168063" marR="168063" marT="168063" marB="168063"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fr-FR" sz="1600" cap="none" spc="0">
                          <a:solidFill>
                            <a:schemeClr val="tx1"/>
                          </a:solidFill>
                          <a:effectLst/>
                        </a:rPr>
                        <a:t>Interdit strictement</a:t>
                      </a:r>
                    </a:p>
                  </a:txBody>
                  <a:tcPr marL="168063" marR="168063" marT="168063" marB="168063"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3939252847"/>
                  </a:ext>
                </a:extLst>
              </a:tr>
              <a:tr h="1109215">
                <a:tc>
                  <a:txBody>
                    <a:bodyPr/>
                    <a:lstStyle/>
                    <a:p>
                      <a:pPr>
                        <a:buNone/>
                      </a:pPr>
                      <a:r>
                        <a:rPr lang="fr-FR" sz="1600" b="1" cap="none" spc="0">
                          <a:solidFill>
                            <a:schemeClr val="tx1"/>
                          </a:solidFill>
                          <a:effectLst/>
                        </a:rPr>
                        <a:t>⚠️ Haut risque</a:t>
                      </a:r>
                    </a:p>
                  </a:txBody>
                  <a:tcPr marL="168063" marR="168063" marT="168063" marB="16806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600" cap="none" spc="0">
                          <a:solidFill>
                            <a:schemeClr val="tx1"/>
                          </a:solidFill>
                          <a:effectLst/>
                        </a:rPr>
                        <a:t>Recrutement, santé, justice, éducation, IA dans les services publics</a:t>
                      </a:r>
                    </a:p>
                  </a:txBody>
                  <a:tcPr marL="168063" marR="168063" marT="168063" marB="16806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600" cap="none" spc="0">
                          <a:solidFill>
                            <a:schemeClr val="tx1"/>
                          </a:solidFill>
                          <a:effectLst/>
                        </a:rPr>
                        <a:t>Obligations très fortes (registre, documentation, contrôle humain…)</a:t>
                      </a:r>
                    </a:p>
                  </a:txBody>
                  <a:tcPr marL="168063" marR="168063" marT="168063" marB="16806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65835880"/>
                  </a:ext>
                </a:extLst>
              </a:tr>
              <a:tr h="866458">
                <a:tc>
                  <a:txBody>
                    <a:bodyPr/>
                    <a:lstStyle/>
                    <a:p>
                      <a:pPr>
                        <a:buNone/>
                      </a:pPr>
                      <a:r>
                        <a:rPr lang="fr-FR" sz="1600" b="1" cap="none" spc="0">
                          <a:solidFill>
                            <a:schemeClr val="tx1"/>
                          </a:solidFill>
                          <a:effectLst/>
                        </a:rPr>
                        <a:t>🟠 Risque limité</a:t>
                      </a:r>
                    </a:p>
                  </a:txBody>
                  <a:tcPr marL="168063" marR="168063" marT="168063" marB="16806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600" cap="none" spc="0">
                          <a:solidFill>
                            <a:schemeClr val="tx1"/>
                          </a:solidFill>
                          <a:effectLst/>
                        </a:rPr>
                        <a:t>Chatbots, assistants IA, outils conversationnels simples</a:t>
                      </a:r>
                    </a:p>
                  </a:txBody>
                  <a:tcPr marL="168063" marR="168063" marT="168063" marB="16806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600" cap="none" spc="0">
                          <a:solidFill>
                            <a:schemeClr val="tx1"/>
                          </a:solidFill>
                          <a:effectLst/>
                        </a:rPr>
                        <a:t>Obligations de transparence (indiquer que c’est une IA)</a:t>
                      </a:r>
                    </a:p>
                  </a:txBody>
                  <a:tcPr marL="168063" marR="168063" marT="168063" marB="16806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232165377"/>
                  </a:ext>
                </a:extLst>
              </a:tr>
              <a:tr h="866458">
                <a:tc>
                  <a:txBody>
                    <a:bodyPr/>
                    <a:lstStyle/>
                    <a:p>
                      <a:pPr>
                        <a:buNone/>
                      </a:pPr>
                      <a:r>
                        <a:rPr lang="fr-FR" sz="1600" b="1" cap="none" spc="0">
                          <a:solidFill>
                            <a:schemeClr val="tx1"/>
                          </a:solidFill>
                          <a:effectLst/>
                        </a:rPr>
                        <a:t>✅ Risque minimal</a:t>
                      </a:r>
                    </a:p>
                  </a:txBody>
                  <a:tcPr marL="168063" marR="168063" marT="168063" marB="168063"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fr-FR" sz="1600" b="0" cap="none" spc="0">
                          <a:solidFill>
                            <a:schemeClr val="tx1"/>
                          </a:solidFill>
                          <a:effectLst/>
                        </a:rPr>
                        <a:t>Jeux vidéo, filtres photo, assistants de productivité génériques</a:t>
                      </a:r>
                    </a:p>
                  </a:txBody>
                  <a:tcPr marL="168063" marR="168063" marT="168063" marB="168063"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fr-FR" sz="1600" b="0" cap="none" spc="0">
                          <a:solidFill>
                            <a:schemeClr val="tx1"/>
                          </a:solidFill>
                          <a:effectLst/>
                        </a:rPr>
                        <a:t>Libre usage (bonnes pratiques encouragées)</a:t>
                      </a:r>
                    </a:p>
                  </a:txBody>
                  <a:tcPr marL="168063" marR="168063" marT="168063" marB="168063"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3546776340"/>
                  </a:ext>
                </a:extLst>
              </a:tr>
            </a:tbl>
          </a:graphicData>
        </a:graphic>
      </p:graphicFrame>
    </p:spTree>
    <p:extLst>
      <p:ext uri="{BB962C8B-B14F-4D97-AF65-F5344CB8AC3E}">
        <p14:creationId xmlns:p14="http://schemas.microsoft.com/office/powerpoint/2010/main" val="4169658244"/>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9A5E61-C1EA-492F-066D-DA1588384C82}"/>
              </a:ext>
            </a:extLst>
          </p:cNvPr>
          <p:cNvSpPr>
            <a:spLocks noGrp="1"/>
          </p:cNvSpPr>
          <p:nvPr>
            <p:ph type="title"/>
          </p:nvPr>
        </p:nvSpPr>
        <p:spPr>
          <a:xfrm>
            <a:off x="838200" y="86833"/>
            <a:ext cx="10515600" cy="1325563"/>
          </a:xfrm>
        </p:spPr>
        <p:txBody>
          <a:bodyPr anchor="ctr">
            <a:normAutofit/>
          </a:bodyPr>
          <a:lstStyle/>
          <a:p>
            <a:r>
              <a:rPr lang="fr-FR"/>
              <a:t>RGPD – Données personnelles &amp; IA</a:t>
            </a:r>
          </a:p>
        </p:txBody>
      </p:sp>
      <p:pic>
        <p:nvPicPr>
          <p:cNvPr id="5" name="Espace réservé du contenu 4" descr="Concept numérique qui montre l’optimisation de la sécurité du réseau et la technologie Internet  ">
            <a:extLst>
              <a:ext uri="{FF2B5EF4-FFF2-40B4-BE49-F238E27FC236}">
                <a16:creationId xmlns:a16="http://schemas.microsoft.com/office/drawing/2014/main" id="{0BAC4768-218C-47AA-82AC-FF92FF07EAB6}"/>
              </a:ext>
            </a:extLst>
          </p:cNvPr>
          <p:cNvPicPr>
            <a:picLocks noGrp="1" noChangeAspect="1"/>
          </p:cNvPicPr>
          <p:nvPr>
            <p:ph sz="half" idx="1"/>
          </p:nvPr>
        </p:nvPicPr>
        <p:blipFill>
          <a:blip r:embed="rId3"/>
          <a:srcRect r="10687" b="-3"/>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DDD8F178-5996-3291-07DA-7B9D8182B9A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Principes du RGPD</a:t>
            </a:r>
          </a:p>
          <a:p>
            <a:pPr marL="0" lvl="1" indent="0">
              <a:buFont typeface="Arial" panose="020B0604020202020204" pitchFamily="34" charset="0"/>
              <a:buNone/>
            </a:pPr>
            <a:r>
              <a:rPr lang="fr-FR" sz="1400"/>
              <a:t>L’IA doit respecter des principes clés du RGPD tels que la finalité, la minimisation et la sécurité des données personnelles.</a:t>
            </a:r>
          </a:p>
          <a:p>
            <a:pPr marL="0" indent="0">
              <a:spcBef>
                <a:spcPts val="2500"/>
              </a:spcBef>
              <a:buFont typeface="Arial" panose="020B0604020202020204" pitchFamily="34" charset="0"/>
              <a:buNone/>
            </a:pPr>
            <a:r>
              <a:rPr lang="fr-FR" sz="1400" b="1"/>
              <a:t>Droits des personnes concernées</a:t>
            </a:r>
          </a:p>
          <a:p>
            <a:pPr marL="0" lvl="1" indent="0">
              <a:buFont typeface="Arial" panose="020B0604020202020204" pitchFamily="34" charset="0"/>
              <a:buNone/>
            </a:pPr>
            <a:r>
              <a:rPr lang="fr-FR" sz="1400"/>
              <a:t>Les individus ont des droits en vertu du RGPD, y compris le droit à l'information, à l'opposition et à la rectification de leurs données.</a:t>
            </a:r>
          </a:p>
          <a:p>
            <a:pPr marL="0" indent="0">
              <a:spcBef>
                <a:spcPts val="2500"/>
              </a:spcBef>
              <a:buFont typeface="Arial" panose="020B0604020202020204" pitchFamily="34" charset="0"/>
              <a:buNone/>
            </a:pPr>
            <a:r>
              <a:rPr lang="fr-FR" sz="1400" b="1"/>
              <a:t>Décisions automatisées</a:t>
            </a:r>
          </a:p>
          <a:p>
            <a:pPr marL="0" lvl="1" indent="0">
              <a:buFont typeface="Arial" panose="020B0604020202020204" pitchFamily="34" charset="0"/>
              <a:buNone/>
            </a:pPr>
            <a:r>
              <a:rPr lang="fr-FR" sz="1400"/>
              <a:t>En cas de décision automatisée par l’IA, l’entreprise doit informer l’individu et prévoir une intervention humaine.</a:t>
            </a:r>
          </a:p>
        </p:txBody>
      </p:sp>
    </p:spTree>
    <p:extLst>
      <p:ext uri="{BB962C8B-B14F-4D97-AF65-F5344CB8AC3E}">
        <p14:creationId xmlns:p14="http://schemas.microsoft.com/office/powerpoint/2010/main" val="2388932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FE11C6-C9CC-2018-B32B-A9A3EF03016E}"/>
              </a:ext>
            </a:extLst>
          </p:cNvPr>
          <p:cNvSpPr>
            <a:spLocks noGrp="1"/>
          </p:cNvSpPr>
          <p:nvPr>
            <p:ph type="title"/>
          </p:nvPr>
        </p:nvSpPr>
        <p:spPr>
          <a:xfrm>
            <a:off x="838200" y="86833"/>
            <a:ext cx="10886630" cy="1325563"/>
          </a:xfrm>
        </p:spPr>
        <p:txBody>
          <a:bodyPr anchor="ctr">
            <a:normAutofit/>
          </a:bodyPr>
          <a:lstStyle/>
          <a:p>
            <a:r>
              <a:rPr lang="fr-FR"/>
              <a:t>Droit d’auteur – Contenus générés par IA</a:t>
            </a:r>
          </a:p>
        </p:txBody>
      </p:sp>
      <p:graphicFrame>
        <p:nvGraphicFramePr>
          <p:cNvPr id="5" name="Espace réservé du contenu 4">
            <a:extLst>
              <a:ext uri="{FF2B5EF4-FFF2-40B4-BE49-F238E27FC236}">
                <a16:creationId xmlns:a16="http://schemas.microsoft.com/office/drawing/2014/main" id="{DD440512-A20F-4F71-9CE3-3D79BEFE7E3A}"/>
              </a:ext>
            </a:extLst>
          </p:cNvPr>
          <p:cNvGraphicFramePr>
            <a:graphicFrameLocks noGrp="1"/>
          </p:cNvGraphicFramePr>
          <p:nvPr>
            <p:ph idx="1"/>
            <p:extLst>
              <p:ext uri="{D42A27DB-BD31-4B8C-83A1-F6EECF244321}">
                <p14:modId xmlns:p14="http://schemas.microsoft.com/office/powerpoint/2010/main" val="2531729079"/>
              </p:ext>
            </p:extLst>
          </p:nvPr>
        </p:nvGraphicFramePr>
        <p:xfrm>
          <a:off x="376016" y="1589520"/>
          <a:ext cx="8545796" cy="4177216"/>
        </p:xfrm>
        <a:graphic>
          <a:graphicData uri="http://schemas.openxmlformats.org/drawingml/2006/table">
            <a:tbl>
              <a:tblPr firstRow="1" firstCol="1" bandRow="1">
                <a:noFill/>
                <a:tableStyleId>{5C22544A-7EE6-4342-B048-85BDC9FD1C3A}</a:tableStyleId>
              </a:tblPr>
              <a:tblGrid>
                <a:gridCol w="2837203">
                  <a:extLst>
                    <a:ext uri="{9D8B030D-6E8A-4147-A177-3AD203B41FA5}">
                      <a16:colId xmlns:a16="http://schemas.microsoft.com/office/drawing/2014/main" val="948970613"/>
                    </a:ext>
                  </a:extLst>
                </a:gridCol>
                <a:gridCol w="2749601">
                  <a:extLst>
                    <a:ext uri="{9D8B030D-6E8A-4147-A177-3AD203B41FA5}">
                      <a16:colId xmlns:a16="http://schemas.microsoft.com/office/drawing/2014/main" val="3869766699"/>
                    </a:ext>
                  </a:extLst>
                </a:gridCol>
                <a:gridCol w="2958992">
                  <a:extLst>
                    <a:ext uri="{9D8B030D-6E8A-4147-A177-3AD203B41FA5}">
                      <a16:colId xmlns:a16="http://schemas.microsoft.com/office/drawing/2014/main" val="2633998362"/>
                    </a:ext>
                  </a:extLst>
                </a:gridCol>
              </a:tblGrid>
              <a:tr h="756149">
                <a:tc>
                  <a:txBody>
                    <a:bodyPr/>
                    <a:lstStyle/>
                    <a:p>
                      <a:pPr>
                        <a:buNone/>
                      </a:pPr>
                      <a:r>
                        <a:rPr lang="fr-FR" sz="1400" b="1" cap="all" spc="150">
                          <a:solidFill>
                            <a:schemeClr val="tx1"/>
                          </a:solidFill>
                          <a:effectLst/>
                        </a:rPr>
                        <a:t>Situation</a:t>
                      </a:r>
                    </a:p>
                  </a:txBody>
                  <a:tcPr marL="177347" marR="177347" marT="177347" marB="177347" anchor="ctr">
                    <a:lnL w="12700" cmpd="sng">
                      <a:noFill/>
                    </a:lnL>
                    <a:lnR w="12700" cmpd="sng">
                      <a:noFill/>
                    </a:lnR>
                    <a:lnT w="6350" cap="flat" cmpd="sng" algn="ctr">
                      <a:noFill/>
                      <a:prstDash val="solid"/>
                    </a:lnT>
                    <a:lnB w="19050" cap="flat" cmpd="sng" algn="ctr">
                      <a:noFill/>
                      <a:prstDash val="solid"/>
                    </a:lnB>
                    <a:solidFill>
                      <a:schemeClr val="accent3"/>
                    </a:solidFill>
                  </a:tcPr>
                </a:tc>
                <a:tc>
                  <a:txBody>
                    <a:bodyPr/>
                    <a:lstStyle/>
                    <a:p>
                      <a:pPr>
                        <a:buNone/>
                      </a:pPr>
                      <a:r>
                        <a:rPr lang="fr-FR" sz="1400" b="1" cap="all" spc="150">
                          <a:solidFill>
                            <a:schemeClr val="tx1"/>
                          </a:solidFill>
                          <a:effectLst/>
                        </a:rPr>
                        <a:t>Qui est l’auteur légal ?</a:t>
                      </a:r>
                    </a:p>
                  </a:txBody>
                  <a:tcPr marL="177347" marR="177347" marT="177347" marB="177347" anchor="ctr">
                    <a:lnL w="12700" cmpd="sng">
                      <a:noFill/>
                    </a:lnL>
                    <a:lnR w="12700" cmpd="sng">
                      <a:noFill/>
                    </a:lnR>
                    <a:lnT w="6350" cap="flat" cmpd="sng" algn="ctr">
                      <a:noFill/>
                      <a:prstDash val="solid"/>
                    </a:lnT>
                    <a:lnB w="19050" cap="flat" cmpd="sng" algn="ctr">
                      <a:noFill/>
                      <a:prstDash val="solid"/>
                    </a:lnB>
                    <a:solidFill>
                      <a:schemeClr val="accent3"/>
                    </a:solidFill>
                  </a:tcPr>
                </a:tc>
                <a:tc>
                  <a:txBody>
                    <a:bodyPr/>
                    <a:lstStyle/>
                    <a:p>
                      <a:pPr>
                        <a:buNone/>
                      </a:pPr>
                      <a:r>
                        <a:rPr lang="fr-FR" sz="1400" b="1" cap="all" spc="150">
                          <a:solidFill>
                            <a:schemeClr val="tx1"/>
                          </a:solidFill>
                          <a:effectLst/>
                        </a:rPr>
                        <a:t>Pourquoi</a:t>
                      </a:r>
                    </a:p>
                  </a:txBody>
                  <a:tcPr marL="177347" marR="177347" marT="177347" marB="177347" anchor="ctr">
                    <a:lnL w="12700" cmpd="sng">
                      <a:noFill/>
                    </a:lnL>
                    <a:lnR w="12700" cmpd="sng">
                      <a:noFill/>
                    </a:lnR>
                    <a:lnT w="6350" cap="flat" cmpd="sng" algn="ctr">
                      <a:noFill/>
                      <a:prstDash val="solid"/>
                    </a:lnT>
                    <a:lnB w="19050" cap="flat" cmpd="sng" algn="ctr">
                      <a:noFill/>
                      <a:prstDash val="solid"/>
                    </a:lnB>
                    <a:solidFill>
                      <a:schemeClr val="accent3"/>
                    </a:solidFill>
                  </a:tcPr>
                </a:tc>
                <a:extLst>
                  <a:ext uri="{0D108BD9-81ED-4DB2-BD59-A6C34878D82A}">
                    <a16:rowId xmlns:a16="http://schemas.microsoft.com/office/drawing/2014/main" val="2182553378"/>
                  </a:ext>
                </a:extLst>
              </a:tr>
              <a:tr h="844633">
                <a:tc>
                  <a:txBody>
                    <a:bodyPr/>
                    <a:lstStyle/>
                    <a:p>
                      <a:pPr>
                        <a:buNone/>
                      </a:pPr>
                      <a:r>
                        <a:rPr lang="fr-FR" sz="1700" b="1" cap="none" spc="0">
                          <a:solidFill>
                            <a:schemeClr val="tx1"/>
                          </a:solidFill>
                          <a:effectLst/>
                        </a:rPr>
                        <a:t>1.Tu copies-colles sans modification</a:t>
                      </a:r>
                    </a:p>
                  </a:txBody>
                  <a:tcPr marL="177347" marR="177347" marT="177347" marB="177347"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fr-FR" sz="1700" cap="none" spc="0">
                          <a:solidFill>
                            <a:schemeClr val="tx1"/>
                          </a:solidFill>
                          <a:effectLst/>
                        </a:rPr>
                        <a:t>❌ Aucun droit d’auteur (œuvre non protégeable)</a:t>
                      </a:r>
                    </a:p>
                  </a:txBody>
                  <a:tcPr marL="177347" marR="177347" marT="177347" marB="177347"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fr-FR" sz="1700" cap="none" spc="0">
                          <a:solidFill>
                            <a:schemeClr val="tx1"/>
                          </a:solidFill>
                          <a:effectLst/>
                        </a:rPr>
                        <a:t>L’IA n’a pas de personnalité juridique</a:t>
                      </a:r>
                    </a:p>
                  </a:txBody>
                  <a:tcPr marL="177347" marR="177347" marT="177347" marB="177347"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1404714477"/>
                  </a:ext>
                </a:extLst>
              </a:tr>
              <a:tr h="1346040">
                <a:tc>
                  <a:txBody>
                    <a:bodyPr/>
                    <a:lstStyle/>
                    <a:p>
                      <a:pPr>
                        <a:buNone/>
                      </a:pPr>
                      <a:r>
                        <a:rPr lang="fr-FR" sz="1700" b="1" cap="none" spc="0">
                          <a:solidFill>
                            <a:schemeClr val="tx1"/>
                          </a:solidFill>
                          <a:effectLst/>
                        </a:rPr>
                        <a:t>2.Tu reprends et organises, structures, personnalises les contenus</a:t>
                      </a:r>
                    </a:p>
                  </a:txBody>
                  <a:tcPr marL="177347" marR="177347" marT="177347" marB="177347"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fr-FR" sz="1700" cap="none" spc="0">
                          <a:solidFill>
                            <a:schemeClr val="tx1"/>
                          </a:solidFill>
                          <a:effectLst/>
                        </a:rPr>
                        <a:t>✅ Toi ou ton entreprise (auteur humain identifié)</a:t>
                      </a:r>
                    </a:p>
                  </a:txBody>
                  <a:tcPr marL="177347" marR="177347" marT="177347" marB="177347"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fr-FR" sz="1700" cap="none" spc="0">
                          <a:solidFill>
                            <a:schemeClr val="tx1"/>
                          </a:solidFill>
                          <a:effectLst/>
                        </a:rPr>
                        <a:t>Apport intellectuel humain clair</a:t>
                      </a:r>
                    </a:p>
                  </a:txBody>
                  <a:tcPr marL="177347" marR="177347" marT="177347" marB="177347"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541278782"/>
                  </a:ext>
                </a:extLst>
              </a:tr>
              <a:tr h="1095337">
                <a:tc>
                  <a:txBody>
                    <a:bodyPr/>
                    <a:lstStyle/>
                    <a:p>
                      <a:pPr>
                        <a:buNone/>
                      </a:pPr>
                      <a:r>
                        <a:rPr lang="fr-FR" sz="1700" b="1" cap="none" spc="0">
                          <a:solidFill>
                            <a:schemeClr val="tx1"/>
                          </a:solidFill>
                          <a:effectLst/>
                        </a:rPr>
                        <a:t> 3.Tu co-crées avec plusieurs personnes</a:t>
                      </a:r>
                    </a:p>
                  </a:txBody>
                  <a:tcPr marL="177347" marR="177347" marT="177347" marB="177347"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fr-FR" sz="1700" cap="none" spc="0">
                          <a:solidFill>
                            <a:schemeClr val="tx1"/>
                          </a:solidFill>
                          <a:effectLst/>
                        </a:rPr>
                        <a:t>✅ Co-auteurs (humains)</a:t>
                      </a:r>
                    </a:p>
                  </a:txBody>
                  <a:tcPr marL="177347" marR="177347" marT="177347" marB="177347"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fr-FR" sz="1700" cap="none" spc="0">
                          <a:solidFill>
                            <a:schemeClr val="tx1"/>
                          </a:solidFill>
                          <a:effectLst/>
                        </a:rPr>
                        <a:t>Si chacun apporte une contribution originale identifiable</a:t>
                      </a:r>
                    </a:p>
                  </a:txBody>
                  <a:tcPr marL="177347" marR="177347" marT="177347" marB="177347"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3843690403"/>
                  </a:ext>
                </a:extLst>
              </a:tr>
            </a:tbl>
          </a:graphicData>
        </a:graphic>
      </p:graphicFrame>
      <p:sp>
        <p:nvSpPr>
          <p:cNvPr id="3" name="Bulle narrative : ronde 2">
            <a:extLst>
              <a:ext uri="{FF2B5EF4-FFF2-40B4-BE49-F238E27FC236}">
                <a16:creationId xmlns:a16="http://schemas.microsoft.com/office/drawing/2014/main" id="{42E9C432-21AB-0A12-6544-1D04CB28AF69}"/>
              </a:ext>
            </a:extLst>
          </p:cNvPr>
          <p:cNvSpPr/>
          <p:nvPr/>
        </p:nvSpPr>
        <p:spPr>
          <a:xfrm>
            <a:off x="9289279" y="1173113"/>
            <a:ext cx="2435551" cy="2016604"/>
          </a:xfrm>
          <a:prstGeom prst="wedgeEllipseCallou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BDB65215-EDC7-FA78-E822-93B5B51AA01F}"/>
              </a:ext>
            </a:extLst>
          </p:cNvPr>
          <p:cNvSpPr txBox="1"/>
          <p:nvPr/>
        </p:nvSpPr>
        <p:spPr>
          <a:xfrm>
            <a:off x="9716569" y="1782192"/>
            <a:ext cx="2008261" cy="923330"/>
          </a:xfrm>
          <a:prstGeom prst="rect">
            <a:avLst/>
          </a:prstGeom>
          <a:noFill/>
        </p:spPr>
        <p:txBody>
          <a:bodyPr wrap="square" rtlCol="0">
            <a:spAutoFit/>
          </a:bodyPr>
          <a:lstStyle/>
          <a:p>
            <a:r>
              <a:rPr lang="fr-FR">
                <a:solidFill>
                  <a:schemeClr val="bg1"/>
                </a:solidFill>
              </a:rPr>
              <a:t>C’est comme le fait maison au restaurant….</a:t>
            </a:r>
          </a:p>
        </p:txBody>
      </p:sp>
    </p:spTree>
    <p:extLst>
      <p:ext uri="{BB962C8B-B14F-4D97-AF65-F5344CB8AC3E}">
        <p14:creationId xmlns:p14="http://schemas.microsoft.com/office/powerpoint/2010/main" val="83059905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06C7AE-6D53-0809-4CD6-929305C7B7D4}"/>
              </a:ext>
            </a:extLst>
          </p:cNvPr>
          <p:cNvSpPr>
            <a:spLocks noGrp="1"/>
          </p:cNvSpPr>
          <p:nvPr>
            <p:ph type="title"/>
          </p:nvPr>
        </p:nvSpPr>
        <p:spPr>
          <a:xfrm>
            <a:off x="831850" y="1709738"/>
            <a:ext cx="10515600" cy="2852737"/>
          </a:xfrm>
        </p:spPr>
        <p:txBody>
          <a:bodyPr anchor="ctr">
            <a:normAutofit/>
          </a:bodyPr>
          <a:lstStyle/>
          <a:p>
            <a:r>
              <a:rPr lang="fr-FR"/>
              <a:t>Encadrer les usages</a:t>
            </a:r>
          </a:p>
        </p:txBody>
      </p:sp>
      <p:sp>
        <p:nvSpPr>
          <p:cNvPr id="7" name="Text Placeholder 2">
            <a:extLst>
              <a:ext uri="{FF2B5EF4-FFF2-40B4-BE49-F238E27FC236}">
                <a16:creationId xmlns:a16="http://schemas.microsoft.com/office/drawing/2014/main" id="{159A6B1A-931E-FA3C-5456-1487776F493E}"/>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F69DBAD8-A702-1E67-82B2-72E72FFD4560}"/>
              </a:ext>
            </a:extLst>
          </p:cNvPr>
          <p:cNvSpPr>
            <a:spLocks noGrp="1"/>
          </p:cNvSpPr>
          <p:nvPr>
            <p:ph type="body" sz="quarter" idx="13"/>
          </p:nvPr>
        </p:nvSpPr>
        <p:spPr>
          <a:xfrm>
            <a:off x="831850" y="1276350"/>
            <a:ext cx="2627313" cy="433388"/>
          </a:xfrm>
        </p:spPr>
        <p:txBody>
          <a:bodyPr>
            <a:normAutofit lnSpcReduction="10000"/>
          </a:bodyPr>
          <a:lstStyle/>
          <a:p>
            <a:endParaRPr lang="en-US"/>
          </a:p>
        </p:txBody>
      </p:sp>
    </p:spTree>
    <p:extLst>
      <p:ext uri="{BB962C8B-B14F-4D97-AF65-F5344CB8AC3E}">
        <p14:creationId xmlns:p14="http://schemas.microsoft.com/office/powerpoint/2010/main" val="19131045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E618231-5F3E-BE0A-1456-762C5F4703AD}"/>
              </a:ext>
            </a:extLst>
          </p:cNvPr>
          <p:cNvSpPr txBox="1"/>
          <p:nvPr/>
        </p:nvSpPr>
        <p:spPr>
          <a:xfrm>
            <a:off x="1680561" y="894317"/>
            <a:ext cx="8830877" cy="830997"/>
          </a:xfrm>
          <a:prstGeom prst="rect">
            <a:avLst/>
          </a:prstGeom>
          <a:noFill/>
        </p:spPr>
        <p:txBody>
          <a:bodyPr wrap="square" rtlCol="0">
            <a:spAutoFit/>
          </a:bodyPr>
          <a:lstStyle>
            <a:defPPr>
              <a:defRPr lang="fr-FR"/>
            </a:defPPr>
            <a:lvl1pPr algn="ctr">
              <a:defRPr sz="4800">
                <a:solidFill>
                  <a:schemeClr val="bg1"/>
                </a:solidFill>
                <a:latin typeface="Ace Sans Extrabold"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0" i="0" u="none" strike="noStrike" kern="1200" cap="none" spc="0" normalizeH="0" baseline="0" noProof="0">
                <a:ln>
                  <a:noFill/>
                </a:ln>
                <a:solidFill>
                  <a:prstClr val="white"/>
                </a:solidFill>
                <a:effectLst/>
                <a:uLnTx/>
                <a:uFillTx/>
                <a:latin typeface="Ace Sans Extrabold" pitchFamily="2" charset="0"/>
                <a:ea typeface="+mn-ea"/>
                <a:cs typeface="+mn-cs"/>
              </a:rPr>
              <a:t>Les 3 outils de pilotage</a:t>
            </a:r>
          </a:p>
        </p:txBody>
      </p:sp>
      <p:grpSp>
        <p:nvGrpSpPr>
          <p:cNvPr id="4" name="Groupe 3">
            <a:extLst>
              <a:ext uri="{FF2B5EF4-FFF2-40B4-BE49-F238E27FC236}">
                <a16:creationId xmlns:a16="http://schemas.microsoft.com/office/drawing/2014/main" id="{E73D981C-2EC1-562F-F452-CA011747088E}"/>
              </a:ext>
            </a:extLst>
          </p:cNvPr>
          <p:cNvGrpSpPr/>
          <p:nvPr/>
        </p:nvGrpSpPr>
        <p:grpSpPr>
          <a:xfrm>
            <a:off x="771957" y="2150076"/>
            <a:ext cx="5183999" cy="4090087"/>
            <a:chOff x="5010325" y="2125362"/>
            <a:chExt cx="5183999" cy="4090087"/>
          </a:xfrm>
        </p:grpSpPr>
        <p:sp>
          <p:nvSpPr>
            <p:cNvPr id="3" name="Rectangle : coins arrondis 2">
              <a:extLst>
                <a:ext uri="{FF2B5EF4-FFF2-40B4-BE49-F238E27FC236}">
                  <a16:creationId xmlns:a16="http://schemas.microsoft.com/office/drawing/2014/main" id="{08EDCDA3-486E-BC02-640A-68A4086DDDD2}"/>
                </a:ext>
              </a:extLst>
            </p:cNvPr>
            <p:cNvSpPr/>
            <p:nvPr/>
          </p:nvSpPr>
          <p:spPr>
            <a:xfrm>
              <a:off x="5010325" y="2125362"/>
              <a:ext cx="5183999" cy="409008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prstClr val="black"/>
                  </a:solidFill>
                  <a:effectLst/>
                  <a:uLnTx/>
                  <a:uFillTx/>
                  <a:latin typeface="segoe ui"/>
                  <a:ea typeface="+mn-ea"/>
                  <a:cs typeface="+mn-cs"/>
                </a:rPr>
                <a:t>Comment ça fonctionne ensemble ?</a:t>
              </a:r>
            </a:p>
          </p:txBody>
        </p:sp>
        <p:pic>
          <p:nvPicPr>
            <p:cNvPr id="3073" name="Picture 1">
              <a:extLst>
                <a:ext uri="{FF2B5EF4-FFF2-40B4-BE49-F238E27FC236}">
                  <a16:creationId xmlns:a16="http://schemas.microsoft.com/office/drawing/2014/main" id="{0229D230-438C-0D35-BC55-E2E9BA6BCC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6324" y="2804459"/>
              <a:ext cx="4572000" cy="3190875"/>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ZoneTexte 4">
            <a:extLst>
              <a:ext uri="{FF2B5EF4-FFF2-40B4-BE49-F238E27FC236}">
                <a16:creationId xmlns:a16="http://schemas.microsoft.com/office/drawing/2014/main" id="{D55310A9-F806-43C9-E957-31E4C24E2436}"/>
              </a:ext>
            </a:extLst>
          </p:cNvPr>
          <p:cNvSpPr txBox="1"/>
          <p:nvPr/>
        </p:nvSpPr>
        <p:spPr>
          <a:xfrm>
            <a:off x="6715039" y="2829173"/>
            <a:ext cx="4399005" cy="283154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fr-FR" sz="2800" b="1" i="0" u="none" strike="noStrike" kern="1200" cap="none" spc="0" normalizeH="0" baseline="0" noProof="0">
                <a:ln>
                  <a:noFill/>
                </a:ln>
                <a:solidFill>
                  <a:srgbClr val="59B7C8"/>
                </a:solidFill>
                <a:effectLst/>
                <a:uLnTx/>
                <a:uFillTx/>
                <a:latin typeface="segoe ui"/>
                <a:ea typeface="+mn-ea"/>
                <a:cs typeface="+mn-cs"/>
              </a:rPr>
              <a:t>La charte </a:t>
            </a:r>
            <a:r>
              <a:rPr kumimoji="0" lang="fr-FR" sz="2800" b="0" i="0" u="none" strike="noStrike" kern="1200" cap="none" spc="0" normalizeH="0" baseline="0" noProof="0">
                <a:ln>
                  <a:noFill/>
                </a:ln>
                <a:solidFill>
                  <a:prstClr val="white"/>
                </a:solidFill>
                <a:effectLst/>
                <a:uLnTx/>
                <a:uFillTx/>
                <a:latin typeface="segoe ui"/>
                <a:ea typeface="+mn-ea"/>
                <a:cs typeface="+mn-cs"/>
              </a:rPr>
              <a:t>fixe le cadre</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fr-FR" sz="2800" b="1" i="0" u="none" strike="noStrike" kern="1200" cap="none" spc="0" normalizeH="0" baseline="0" noProof="0">
                <a:ln>
                  <a:noFill/>
                </a:ln>
                <a:solidFill>
                  <a:srgbClr val="59B7C8"/>
                </a:solidFill>
                <a:effectLst/>
                <a:uLnTx/>
                <a:uFillTx/>
                <a:latin typeface="segoe ui"/>
                <a:ea typeface="+mn-ea"/>
                <a:cs typeface="+mn-cs"/>
              </a:rPr>
              <a:t>Le registre </a:t>
            </a:r>
            <a:r>
              <a:rPr kumimoji="0" lang="fr-FR" sz="2800" b="0" i="0" u="none" strike="noStrike" kern="1200" cap="none" spc="0" normalizeH="0" baseline="0" noProof="0">
                <a:ln>
                  <a:noFill/>
                </a:ln>
                <a:solidFill>
                  <a:prstClr val="white"/>
                </a:solidFill>
                <a:effectLst/>
                <a:uLnTx/>
                <a:uFillTx/>
                <a:latin typeface="segoe ui"/>
                <a:ea typeface="+mn-ea"/>
                <a:cs typeface="+mn-cs"/>
              </a:rPr>
              <a:t>collecte les pratiques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fr-FR" sz="2800" b="1" i="0" u="none" strike="noStrike" kern="1200" cap="none" spc="0" normalizeH="0" baseline="0" noProof="0">
                <a:ln>
                  <a:noFill/>
                </a:ln>
                <a:solidFill>
                  <a:srgbClr val="59B7C8"/>
                </a:solidFill>
                <a:effectLst/>
                <a:uLnTx/>
                <a:uFillTx/>
                <a:latin typeface="segoe ui"/>
                <a:ea typeface="+mn-ea"/>
                <a:cs typeface="+mn-cs"/>
              </a:rPr>
              <a:t>Le comité </a:t>
            </a:r>
            <a:r>
              <a:rPr kumimoji="0" lang="fr-FR" sz="2800" b="0" i="0" u="none" strike="noStrike" kern="1200" cap="none" spc="0" normalizeH="0" baseline="0" noProof="0">
                <a:ln>
                  <a:noFill/>
                </a:ln>
                <a:solidFill>
                  <a:prstClr val="white"/>
                </a:solidFill>
                <a:effectLst/>
                <a:uLnTx/>
                <a:uFillTx/>
                <a:latin typeface="segoe ui"/>
                <a:ea typeface="+mn-ea"/>
                <a:cs typeface="+mn-cs"/>
              </a:rPr>
              <a:t>supervise, ajuste, alimente les deux autres outils</a:t>
            </a:r>
          </a:p>
        </p:txBody>
      </p:sp>
    </p:spTree>
    <p:extLst>
      <p:ext uri="{BB962C8B-B14F-4D97-AF65-F5344CB8AC3E}">
        <p14:creationId xmlns:p14="http://schemas.microsoft.com/office/powerpoint/2010/main" val="1310088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Effect transition="in" filter="fade">
                                      <p:cBhvr>
                                        <p:cTn id="9" dur="750"/>
                                        <p:tgtEl>
                                          <p:spTgt spid="2"/>
                                        </p:tgtEl>
                                      </p:cBhvr>
                                    </p:animEffect>
                                  </p:childTnLst>
                                </p:cTn>
                              </p:par>
                            </p:childTnLst>
                          </p:cTn>
                        </p:par>
                        <p:par>
                          <p:cTn id="10" fill="hold">
                            <p:stCondLst>
                              <p:cond delay="750"/>
                            </p:stCondLst>
                            <p:childTnLst>
                              <p:par>
                                <p:cTn id="11" presetID="22" presetClass="entr" presetSubtype="8" fill="hold" nodeType="after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750"/>
                                        <p:tgtEl>
                                          <p:spTgt spid="4"/>
                                        </p:tgtEl>
                                      </p:cBhvr>
                                    </p:animEffect>
                                  </p:childTnLst>
                                </p:cTn>
                              </p:par>
                            </p:childTnLst>
                          </p:cTn>
                        </p:par>
                        <p:par>
                          <p:cTn id="14" fill="hold">
                            <p:stCondLst>
                              <p:cond delay="2000"/>
                            </p:stCondLst>
                            <p:childTnLst>
                              <p:par>
                                <p:cTn id="15" presetID="22" presetClass="entr" presetSubtype="1" fill="hold" grpId="0" nodeType="afterEffect">
                                  <p:stCondLst>
                                    <p:cond delay="50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5A56B-5560-299A-750D-D7885D5A201C}"/>
            </a:ext>
          </a:extLst>
        </p:cNvPr>
        <p:cNvGrpSpPr/>
        <p:nvPr/>
      </p:nvGrpSpPr>
      <p:grpSpPr>
        <a:xfrm>
          <a:off x="0" y="0"/>
          <a:ext cx="0" cy="0"/>
          <a:chOff x="0" y="0"/>
          <a:chExt cx="0" cy="0"/>
        </a:xfrm>
      </p:grpSpPr>
      <p:pic>
        <p:nvPicPr>
          <p:cNvPr id="4098" name="Picture 2" descr="Une image contenant texte, capture d’écran, Police, logo&#10;&#10;Le contenu généré par l’IA peut être incorrect.">
            <a:extLst>
              <a:ext uri="{FF2B5EF4-FFF2-40B4-BE49-F238E27FC236}">
                <a16:creationId xmlns:a16="http://schemas.microsoft.com/office/drawing/2014/main" id="{6EC19B9F-8600-F93E-A0CE-6C20A3B096E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07217" y="-2122"/>
            <a:ext cx="2545933" cy="2545933"/>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F6EBF2F5-11CA-DFCB-5175-E18EB49CFFEE}"/>
              </a:ext>
            </a:extLst>
          </p:cNvPr>
          <p:cNvSpPr txBox="1"/>
          <p:nvPr/>
        </p:nvSpPr>
        <p:spPr>
          <a:xfrm>
            <a:off x="1248054" y="894317"/>
            <a:ext cx="9695892" cy="830997"/>
          </a:xfrm>
          <a:prstGeom prst="rect">
            <a:avLst/>
          </a:prstGeom>
          <a:noFill/>
        </p:spPr>
        <p:txBody>
          <a:bodyPr wrap="square" rtlCol="0">
            <a:spAutoFit/>
          </a:bodyPr>
          <a:lstStyle>
            <a:defPPr>
              <a:defRPr lang="fr-FR"/>
            </a:defPPr>
            <a:lvl1pPr algn="ctr">
              <a:defRPr sz="4800">
                <a:solidFill>
                  <a:schemeClr val="bg1"/>
                </a:solidFill>
                <a:latin typeface="Ace Sans Extrabold" pitchFamily="2" charset="0"/>
              </a:defRPr>
            </a:lvl1pPr>
          </a:lstStyle>
          <a:p>
            <a:r>
              <a:rPr lang="fr-FR" dirty="0"/>
              <a:t>Canaliser l’IA en entreprise</a:t>
            </a:r>
          </a:p>
        </p:txBody>
      </p:sp>
      <p:grpSp>
        <p:nvGrpSpPr>
          <p:cNvPr id="38" name="Groupe 37">
            <a:extLst>
              <a:ext uri="{FF2B5EF4-FFF2-40B4-BE49-F238E27FC236}">
                <a16:creationId xmlns:a16="http://schemas.microsoft.com/office/drawing/2014/main" id="{84E496DF-87AD-14B1-D63A-5AC373D6B875}"/>
              </a:ext>
            </a:extLst>
          </p:cNvPr>
          <p:cNvGrpSpPr/>
          <p:nvPr/>
        </p:nvGrpSpPr>
        <p:grpSpPr>
          <a:xfrm>
            <a:off x="4922623" y="1932942"/>
            <a:ext cx="2510990" cy="3204218"/>
            <a:chOff x="4922623" y="1932942"/>
            <a:chExt cx="2510990" cy="3204218"/>
          </a:xfrm>
        </p:grpSpPr>
        <p:grpSp>
          <p:nvGrpSpPr>
            <p:cNvPr id="22" name="Groupe 21">
              <a:extLst>
                <a:ext uri="{FF2B5EF4-FFF2-40B4-BE49-F238E27FC236}">
                  <a16:creationId xmlns:a16="http://schemas.microsoft.com/office/drawing/2014/main" id="{CE6CB0DA-5047-D4D3-DDAB-FBFCF0E81DE9}"/>
                </a:ext>
              </a:extLst>
            </p:cNvPr>
            <p:cNvGrpSpPr/>
            <p:nvPr/>
          </p:nvGrpSpPr>
          <p:grpSpPr>
            <a:xfrm>
              <a:off x="5463256" y="1932942"/>
              <a:ext cx="1265486" cy="1221738"/>
              <a:chOff x="5463256" y="1932942"/>
              <a:chExt cx="1265486" cy="1221738"/>
            </a:xfrm>
          </p:grpSpPr>
          <p:sp>
            <p:nvSpPr>
              <p:cNvPr id="21" name="Forme libre : forme 20">
                <a:extLst>
                  <a:ext uri="{FF2B5EF4-FFF2-40B4-BE49-F238E27FC236}">
                    <a16:creationId xmlns:a16="http://schemas.microsoft.com/office/drawing/2014/main" id="{74BF7D4C-C54E-EB16-D9AB-9DCE710ECFB2}"/>
                  </a:ext>
                </a:extLst>
              </p:cNvPr>
              <p:cNvSpPr/>
              <p:nvPr/>
            </p:nvSpPr>
            <p:spPr>
              <a:xfrm>
                <a:off x="5463256" y="1932942"/>
                <a:ext cx="1265486" cy="1221738"/>
              </a:xfrm>
              <a:custGeom>
                <a:avLst/>
                <a:gdLst>
                  <a:gd name="connsiteX0" fmla="*/ 634679 w 1265486"/>
                  <a:gd name="connsiteY0" fmla="*/ 2 h 1221738"/>
                  <a:gd name="connsiteX1" fmla="*/ 710607 w 1265486"/>
                  <a:gd name="connsiteY1" fmla="*/ 31932 h 1221738"/>
                  <a:gd name="connsiteX2" fmla="*/ 720050 w 1265486"/>
                  <a:gd name="connsiteY2" fmla="*/ 41478 h 1221738"/>
                  <a:gd name="connsiteX3" fmla="*/ 720625 w 1265486"/>
                  <a:gd name="connsiteY3" fmla="*/ 40908 h 1221738"/>
                  <a:gd name="connsiteX4" fmla="*/ 1262374 w 1265486"/>
                  <a:gd name="connsiteY4" fmla="*/ 1068345 h 1221738"/>
                  <a:gd name="connsiteX5" fmla="*/ 1258111 w 1265486"/>
                  <a:gd name="connsiteY5" fmla="*/ 1069510 h 1221738"/>
                  <a:gd name="connsiteX6" fmla="*/ 1261651 w 1265486"/>
                  <a:gd name="connsiteY6" fmla="*/ 1082462 h 1221738"/>
                  <a:gd name="connsiteX7" fmla="*/ 1186216 w 1265486"/>
                  <a:gd name="connsiteY7" fmla="*/ 1214649 h 1221738"/>
                  <a:gd name="connsiteX8" fmla="*/ 1168609 w 1265486"/>
                  <a:gd name="connsiteY8" fmla="*/ 1219462 h 1221738"/>
                  <a:gd name="connsiteX9" fmla="*/ 1169231 w 1265486"/>
                  <a:gd name="connsiteY9" fmla="*/ 1221738 h 1221738"/>
                  <a:gd name="connsiteX10" fmla="*/ 96256 w 1265486"/>
                  <a:gd name="connsiteY10" fmla="*/ 1221738 h 1221738"/>
                  <a:gd name="connsiteX11" fmla="*/ 96878 w 1265486"/>
                  <a:gd name="connsiteY11" fmla="*/ 1219462 h 1221738"/>
                  <a:gd name="connsiteX12" fmla="*/ 79271 w 1265486"/>
                  <a:gd name="connsiteY12" fmla="*/ 1214649 h 1221738"/>
                  <a:gd name="connsiteX13" fmla="*/ 3836 w 1265486"/>
                  <a:gd name="connsiteY13" fmla="*/ 1082462 h 1221738"/>
                  <a:gd name="connsiteX14" fmla="*/ 7376 w 1265486"/>
                  <a:gd name="connsiteY14" fmla="*/ 1069510 h 1221738"/>
                  <a:gd name="connsiteX15" fmla="*/ 3111 w 1265486"/>
                  <a:gd name="connsiteY15" fmla="*/ 1068344 h 1221738"/>
                  <a:gd name="connsiteX16" fmla="*/ 544014 w 1265486"/>
                  <a:gd name="connsiteY16" fmla="*/ 42514 h 1221738"/>
                  <a:gd name="connsiteX17" fmla="*/ 545436 w 1265486"/>
                  <a:gd name="connsiteY17" fmla="*/ 43950 h 1221738"/>
                  <a:gd name="connsiteX18" fmla="*/ 558412 w 1265486"/>
                  <a:gd name="connsiteY18" fmla="*/ 31113 h 1221738"/>
                  <a:gd name="connsiteX19" fmla="*/ 634679 w 1265486"/>
                  <a:gd name="connsiteY19" fmla="*/ 2 h 122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5486" h="1221738">
                    <a:moveTo>
                      <a:pt x="634679" y="2"/>
                    </a:moveTo>
                    <a:cubicBezTo>
                      <a:pt x="662221" y="151"/>
                      <a:pt x="689706" y="10806"/>
                      <a:pt x="710607" y="31932"/>
                    </a:cubicBezTo>
                    <a:lnTo>
                      <a:pt x="720050" y="41478"/>
                    </a:lnTo>
                    <a:lnTo>
                      <a:pt x="720625" y="40908"/>
                    </a:lnTo>
                    <a:lnTo>
                      <a:pt x="1262374" y="1068345"/>
                    </a:lnTo>
                    <a:lnTo>
                      <a:pt x="1258111" y="1069510"/>
                    </a:lnTo>
                    <a:lnTo>
                      <a:pt x="1261651" y="1082462"/>
                    </a:lnTo>
                    <a:cubicBezTo>
                      <a:pt x="1277323" y="1139795"/>
                      <a:pt x="1243549" y="1198977"/>
                      <a:pt x="1186216" y="1214649"/>
                    </a:cubicBezTo>
                    <a:lnTo>
                      <a:pt x="1168609" y="1219462"/>
                    </a:lnTo>
                    <a:lnTo>
                      <a:pt x="1169231" y="1221738"/>
                    </a:lnTo>
                    <a:lnTo>
                      <a:pt x="96256" y="1221738"/>
                    </a:lnTo>
                    <a:lnTo>
                      <a:pt x="96878" y="1219462"/>
                    </a:lnTo>
                    <a:lnTo>
                      <a:pt x="79271" y="1214649"/>
                    </a:lnTo>
                    <a:cubicBezTo>
                      <a:pt x="21938" y="1198977"/>
                      <a:pt x="-11835" y="1139795"/>
                      <a:pt x="3836" y="1082462"/>
                    </a:cubicBezTo>
                    <a:lnTo>
                      <a:pt x="7376" y="1069510"/>
                    </a:lnTo>
                    <a:lnTo>
                      <a:pt x="3111" y="1068344"/>
                    </a:lnTo>
                    <a:lnTo>
                      <a:pt x="544014" y="42514"/>
                    </a:lnTo>
                    <a:lnTo>
                      <a:pt x="545436" y="43950"/>
                    </a:lnTo>
                    <a:lnTo>
                      <a:pt x="558412" y="31113"/>
                    </a:lnTo>
                    <a:cubicBezTo>
                      <a:pt x="579539" y="10213"/>
                      <a:pt x="607137" y="-146"/>
                      <a:pt x="634679" y="2"/>
                    </a:cubicBezTo>
                    <a:close/>
                  </a:path>
                </a:pathLst>
              </a:cu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pic>
            <p:nvPicPr>
              <p:cNvPr id="4" name="Graphique 3" descr="Ampoule avec un remplissage uni">
                <a:extLst>
                  <a:ext uri="{FF2B5EF4-FFF2-40B4-BE49-F238E27FC236}">
                    <a16:creationId xmlns:a16="http://schemas.microsoft.com/office/drawing/2014/main" id="{24BB698D-3F68-6FF5-2B89-0821B55C91A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35999" y="2352857"/>
                <a:ext cx="720000" cy="720000"/>
              </a:xfrm>
              <a:prstGeom prst="rect">
                <a:avLst/>
              </a:prstGeom>
            </p:spPr>
          </p:pic>
        </p:grpSp>
        <p:sp>
          <p:nvSpPr>
            <p:cNvPr id="23" name="ZoneTexte 22">
              <a:extLst>
                <a:ext uri="{FF2B5EF4-FFF2-40B4-BE49-F238E27FC236}">
                  <a16:creationId xmlns:a16="http://schemas.microsoft.com/office/drawing/2014/main" id="{261467D4-D5EA-4BC1-8545-2CA7B8E9B92E}"/>
                </a:ext>
              </a:extLst>
            </p:cNvPr>
            <p:cNvSpPr txBox="1"/>
            <p:nvPr/>
          </p:nvSpPr>
          <p:spPr>
            <a:xfrm>
              <a:off x="5627761" y="3167390"/>
              <a:ext cx="936475" cy="523220"/>
            </a:xfrm>
            <a:prstGeom prst="rect">
              <a:avLst/>
            </a:prstGeom>
            <a:noFill/>
          </p:spPr>
          <p:txBody>
            <a:bodyPr wrap="none" rtlCol="0">
              <a:spAutoFit/>
            </a:bodyPr>
            <a:lstStyle/>
            <a:p>
              <a:r>
                <a:rPr lang="fr-FR" sz="2800" b="1">
                  <a:solidFill>
                    <a:schemeClr val="accent4"/>
                  </a:solidFill>
                </a:rPr>
                <a:t>DRA</a:t>
              </a:r>
            </a:p>
          </p:txBody>
        </p:sp>
        <p:sp>
          <p:nvSpPr>
            <p:cNvPr id="24" name="ZoneTexte 23">
              <a:extLst>
                <a:ext uri="{FF2B5EF4-FFF2-40B4-BE49-F238E27FC236}">
                  <a16:creationId xmlns:a16="http://schemas.microsoft.com/office/drawing/2014/main" id="{876AE698-9865-741E-3CE4-78FCC9DED9FC}"/>
                </a:ext>
              </a:extLst>
            </p:cNvPr>
            <p:cNvSpPr txBox="1"/>
            <p:nvPr/>
          </p:nvSpPr>
          <p:spPr>
            <a:xfrm>
              <a:off x="4922623" y="3690610"/>
              <a:ext cx="2510990" cy="1446550"/>
            </a:xfrm>
            <a:prstGeom prst="rect">
              <a:avLst/>
            </a:prstGeom>
            <a:noFill/>
          </p:spPr>
          <p:txBody>
            <a:bodyPr wrap="square" rtlCol="0">
              <a:spAutoFit/>
            </a:bodyPr>
            <a:lstStyle/>
            <a:p>
              <a:pPr algn="ctr"/>
              <a:r>
                <a:rPr lang="fr-FR" sz="1400">
                  <a:solidFill>
                    <a:schemeClr val="bg1"/>
                  </a:solidFill>
                </a:rPr>
                <a:t>Directeur des Ressources Artificielles</a:t>
              </a:r>
            </a:p>
            <a:p>
              <a:pPr algn="ctr"/>
              <a:r>
                <a:rPr lang="fr-FR" b="1">
                  <a:solidFill>
                    <a:srgbClr val="FF0000"/>
                  </a:solidFill>
                </a:rPr>
                <a:t>DÉCIDE</a:t>
              </a:r>
              <a:endParaRPr lang="fr-FR" sz="1400" b="1">
                <a:solidFill>
                  <a:srgbClr val="FF0000"/>
                </a:solidFill>
              </a:endParaRPr>
            </a:p>
            <a:p>
              <a:pPr marL="182563" indent="-182563">
                <a:buFont typeface="Arial" panose="020B0604020202020204" pitchFamily="34" charset="0"/>
                <a:buChar char="•"/>
              </a:pPr>
              <a:r>
                <a:rPr lang="fr-FR" sz="1400">
                  <a:solidFill>
                    <a:schemeClr val="bg1"/>
                  </a:solidFill>
                </a:rPr>
                <a:t>Stratégie IA</a:t>
              </a:r>
            </a:p>
            <a:p>
              <a:pPr marL="182563" indent="-182563">
                <a:buFont typeface="Arial" panose="020B0604020202020204" pitchFamily="34" charset="0"/>
                <a:buChar char="•"/>
              </a:pPr>
              <a:r>
                <a:rPr lang="fr-FR" sz="1400">
                  <a:solidFill>
                    <a:schemeClr val="bg1"/>
                  </a:solidFill>
                </a:rPr>
                <a:t>Gouvernance globale</a:t>
              </a:r>
            </a:p>
            <a:p>
              <a:pPr marL="182563" indent="-182563">
                <a:buFont typeface="Arial" panose="020B0604020202020204" pitchFamily="34" charset="0"/>
                <a:buChar char="•"/>
              </a:pPr>
              <a:r>
                <a:rPr lang="fr-FR" sz="1400">
                  <a:solidFill>
                    <a:schemeClr val="bg1"/>
                  </a:solidFill>
                </a:rPr>
                <a:t>Pilotage conformité AI </a:t>
              </a:r>
              <a:r>
                <a:rPr lang="fr-FR" sz="1400" err="1">
                  <a:solidFill>
                    <a:schemeClr val="bg1"/>
                  </a:solidFill>
                </a:rPr>
                <a:t>Act</a:t>
              </a:r>
              <a:endParaRPr lang="fr-FR" sz="1400">
                <a:solidFill>
                  <a:schemeClr val="bg1"/>
                </a:solidFill>
              </a:endParaRPr>
            </a:p>
          </p:txBody>
        </p:sp>
      </p:grpSp>
      <p:grpSp>
        <p:nvGrpSpPr>
          <p:cNvPr id="39" name="Groupe 38">
            <a:extLst>
              <a:ext uri="{FF2B5EF4-FFF2-40B4-BE49-F238E27FC236}">
                <a16:creationId xmlns:a16="http://schemas.microsoft.com/office/drawing/2014/main" id="{E2ADD263-80F2-1C92-9034-5695373D86E7}"/>
              </a:ext>
            </a:extLst>
          </p:cNvPr>
          <p:cNvGrpSpPr/>
          <p:nvPr/>
        </p:nvGrpSpPr>
        <p:grpSpPr>
          <a:xfrm>
            <a:off x="572571" y="4014787"/>
            <a:ext cx="2371162" cy="2521403"/>
            <a:chOff x="1005139" y="4014787"/>
            <a:chExt cx="2371162" cy="2521403"/>
          </a:xfrm>
        </p:grpSpPr>
        <p:grpSp>
          <p:nvGrpSpPr>
            <p:cNvPr id="34" name="Groupe 33">
              <a:extLst>
                <a:ext uri="{FF2B5EF4-FFF2-40B4-BE49-F238E27FC236}">
                  <a16:creationId xmlns:a16="http://schemas.microsoft.com/office/drawing/2014/main" id="{2B3F4B2B-104F-5F9A-A43B-8FF2A80FD880}"/>
                </a:ext>
              </a:extLst>
            </p:cNvPr>
            <p:cNvGrpSpPr/>
            <p:nvPr/>
          </p:nvGrpSpPr>
          <p:grpSpPr>
            <a:xfrm>
              <a:off x="1545571" y="4014787"/>
              <a:ext cx="1290298" cy="1290298"/>
              <a:chOff x="1545571" y="4014787"/>
              <a:chExt cx="1290298" cy="1290298"/>
            </a:xfrm>
          </p:grpSpPr>
          <p:sp>
            <p:nvSpPr>
              <p:cNvPr id="29" name="Ellipse 28">
                <a:extLst>
                  <a:ext uri="{FF2B5EF4-FFF2-40B4-BE49-F238E27FC236}">
                    <a16:creationId xmlns:a16="http://schemas.microsoft.com/office/drawing/2014/main" id="{5634E2E1-F0C6-D443-FDA8-0528FA4AD761}"/>
                  </a:ext>
                </a:extLst>
              </p:cNvPr>
              <p:cNvSpPr/>
              <p:nvPr/>
            </p:nvSpPr>
            <p:spPr>
              <a:xfrm>
                <a:off x="1545571" y="4014787"/>
                <a:ext cx="1290298" cy="1290298"/>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6" name="Graphique 25" descr="Engrenage avec un remplissage uni">
                <a:extLst>
                  <a:ext uri="{FF2B5EF4-FFF2-40B4-BE49-F238E27FC236}">
                    <a16:creationId xmlns:a16="http://schemas.microsoft.com/office/drawing/2014/main" id="{D0D19223-45C6-DF1F-D7EC-8FB8830847E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33520" y="4202736"/>
                <a:ext cx="914400" cy="914400"/>
              </a:xfrm>
              <a:prstGeom prst="rect">
                <a:avLst/>
              </a:prstGeom>
            </p:spPr>
          </p:pic>
        </p:grpSp>
        <p:sp>
          <p:nvSpPr>
            <p:cNvPr id="27" name="ZoneTexte 26">
              <a:extLst>
                <a:ext uri="{FF2B5EF4-FFF2-40B4-BE49-F238E27FC236}">
                  <a16:creationId xmlns:a16="http://schemas.microsoft.com/office/drawing/2014/main" id="{261831AA-6495-864A-B018-C2AF32E0C3E4}"/>
                </a:ext>
              </a:extLst>
            </p:cNvPr>
            <p:cNvSpPr txBox="1"/>
            <p:nvPr/>
          </p:nvSpPr>
          <p:spPr>
            <a:xfrm>
              <a:off x="1005139" y="5305085"/>
              <a:ext cx="2371162" cy="523220"/>
            </a:xfrm>
            <a:prstGeom prst="rect">
              <a:avLst/>
            </a:prstGeom>
            <a:noFill/>
          </p:spPr>
          <p:txBody>
            <a:bodyPr wrap="none" rtlCol="0">
              <a:spAutoFit/>
            </a:bodyPr>
            <a:lstStyle/>
            <a:p>
              <a:r>
                <a:rPr lang="fr-FR" sz="2800" b="1">
                  <a:solidFill>
                    <a:schemeClr val="accent3"/>
                  </a:solidFill>
                </a:rPr>
                <a:t>RÉFÉRENT IA</a:t>
              </a:r>
            </a:p>
          </p:txBody>
        </p:sp>
        <p:sp>
          <p:nvSpPr>
            <p:cNvPr id="28" name="ZoneTexte 27">
              <a:extLst>
                <a:ext uri="{FF2B5EF4-FFF2-40B4-BE49-F238E27FC236}">
                  <a16:creationId xmlns:a16="http://schemas.microsoft.com/office/drawing/2014/main" id="{9CBDAFD5-9955-054B-9367-8BACE062BF21}"/>
                </a:ext>
              </a:extLst>
            </p:cNvPr>
            <p:cNvSpPr txBox="1"/>
            <p:nvPr/>
          </p:nvSpPr>
          <p:spPr>
            <a:xfrm>
              <a:off x="1073730" y="5735971"/>
              <a:ext cx="2233981" cy="800219"/>
            </a:xfrm>
            <a:prstGeom prst="rect">
              <a:avLst/>
            </a:prstGeom>
            <a:noFill/>
          </p:spPr>
          <p:txBody>
            <a:bodyPr wrap="square" rtlCol="0">
              <a:spAutoFit/>
            </a:bodyPr>
            <a:lstStyle/>
            <a:p>
              <a:pPr algn="ctr"/>
              <a:r>
                <a:rPr lang="fr-FR" b="1">
                  <a:solidFill>
                    <a:srgbClr val="FF0000"/>
                  </a:solidFill>
                </a:rPr>
                <a:t>CADRE</a:t>
              </a:r>
              <a:endParaRPr lang="fr-FR" sz="1400" b="1">
                <a:solidFill>
                  <a:srgbClr val="FF0000"/>
                </a:solidFill>
              </a:endParaRPr>
            </a:p>
            <a:p>
              <a:pPr marL="182563" indent="-182563">
                <a:buFont typeface="Arial" panose="020B0604020202020204" pitchFamily="34" charset="0"/>
                <a:buChar char="•"/>
              </a:pPr>
              <a:r>
                <a:rPr lang="fr-FR" sz="1400">
                  <a:solidFill>
                    <a:schemeClr val="bg1"/>
                  </a:solidFill>
                </a:rPr>
                <a:t>Cas d’usage, registre IA</a:t>
              </a:r>
            </a:p>
            <a:p>
              <a:pPr marL="182563" indent="-182563">
                <a:buFont typeface="Arial" panose="020B0604020202020204" pitchFamily="34" charset="0"/>
                <a:buChar char="•"/>
              </a:pPr>
              <a:r>
                <a:rPr lang="fr-FR" sz="1400">
                  <a:solidFill>
                    <a:schemeClr val="bg1"/>
                  </a:solidFill>
                </a:rPr>
                <a:t>Points de vigilance</a:t>
              </a:r>
            </a:p>
          </p:txBody>
        </p:sp>
      </p:grpSp>
      <p:grpSp>
        <p:nvGrpSpPr>
          <p:cNvPr id="40" name="Groupe 39">
            <a:extLst>
              <a:ext uri="{FF2B5EF4-FFF2-40B4-BE49-F238E27FC236}">
                <a16:creationId xmlns:a16="http://schemas.microsoft.com/office/drawing/2014/main" id="{691D67D6-3FF7-2F12-8414-2056FDE632FA}"/>
              </a:ext>
            </a:extLst>
          </p:cNvPr>
          <p:cNvGrpSpPr/>
          <p:nvPr/>
        </p:nvGrpSpPr>
        <p:grpSpPr>
          <a:xfrm>
            <a:off x="8759324" y="4014787"/>
            <a:ext cx="2794094" cy="2521403"/>
            <a:chOff x="8759324" y="4014787"/>
            <a:chExt cx="2794094" cy="2521403"/>
          </a:xfrm>
        </p:grpSpPr>
        <p:grpSp>
          <p:nvGrpSpPr>
            <p:cNvPr id="35" name="Groupe 34">
              <a:extLst>
                <a:ext uri="{FF2B5EF4-FFF2-40B4-BE49-F238E27FC236}">
                  <a16:creationId xmlns:a16="http://schemas.microsoft.com/office/drawing/2014/main" id="{7E7DC8B4-1E36-2B61-42DA-4D01D4E491EC}"/>
                </a:ext>
              </a:extLst>
            </p:cNvPr>
            <p:cNvGrpSpPr/>
            <p:nvPr/>
          </p:nvGrpSpPr>
          <p:grpSpPr>
            <a:xfrm>
              <a:off x="9461859" y="4014787"/>
              <a:ext cx="1290298" cy="1290298"/>
              <a:chOff x="9461859" y="4014787"/>
              <a:chExt cx="1290298" cy="1290298"/>
            </a:xfrm>
          </p:grpSpPr>
          <p:sp>
            <p:nvSpPr>
              <p:cNvPr id="31" name="Ellipse 30">
                <a:extLst>
                  <a:ext uri="{FF2B5EF4-FFF2-40B4-BE49-F238E27FC236}">
                    <a16:creationId xmlns:a16="http://schemas.microsoft.com/office/drawing/2014/main" id="{F2C14105-630F-8267-03EE-7719E058AEB9}"/>
                  </a:ext>
                </a:extLst>
              </p:cNvPr>
              <p:cNvSpPr/>
              <p:nvPr/>
            </p:nvSpPr>
            <p:spPr>
              <a:xfrm>
                <a:off x="9461859" y="4014787"/>
                <a:ext cx="1290298" cy="129029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Forme libre : forme 29">
                <a:extLst>
                  <a:ext uri="{FF2B5EF4-FFF2-40B4-BE49-F238E27FC236}">
                    <a16:creationId xmlns:a16="http://schemas.microsoft.com/office/drawing/2014/main" id="{9B1878B4-BB79-28D1-D7CC-28D3FB74DB79}"/>
                  </a:ext>
                </a:extLst>
              </p:cNvPr>
              <p:cNvSpPr/>
              <p:nvPr/>
            </p:nvSpPr>
            <p:spPr>
              <a:xfrm>
                <a:off x="9892696" y="4336086"/>
                <a:ext cx="428625" cy="647700"/>
              </a:xfrm>
              <a:custGeom>
                <a:avLst/>
                <a:gdLst>
                  <a:gd name="connsiteX0" fmla="*/ 0 w 428625"/>
                  <a:gd name="connsiteY0" fmla="*/ 200025 h 647700"/>
                  <a:gd name="connsiteX1" fmla="*/ 0 w 428625"/>
                  <a:gd name="connsiteY1" fmla="*/ 447675 h 647700"/>
                  <a:gd name="connsiteX2" fmla="*/ 190500 w 428625"/>
                  <a:gd name="connsiteY2" fmla="*/ 447675 h 647700"/>
                  <a:gd name="connsiteX3" fmla="*/ 428625 w 428625"/>
                  <a:gd name="connsiteY3" fmla="*/ 647700 h 647700"/>
                  <a:gd name="connsiteX4" fmla="*/ 428625 w 428625"/>
                  <a:gd name="connsiteY4" fmla="*/ 0 h 647700"/>
                  <a:gd name="connsiteX5" fmla="*/ 190500 w 428625"/>
                  <a:gd name="connsiteY5" fmla="*/ 200025 h 647700"/>
                  <a:gd name="connsiteX6" fmla="*/ 0 w 428625"/>
                  <a:gd name="connsiteY6" fmla="*/ 200025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8625" h="647700">
                    <a:moveTo>
                      <a:pt x="0" y="200025"/>
                    </a:moveTo>
                    <a:lnTo>
                      <a:pt x="0" y="447675"/>
                    </a:lnTo>
                    <a:lnTo>
                      <a:pt x="190500" y="447675"/>
                    </a:lnTo>
                    <a:lnTo>
                      <a:pt x="428625" y="647700"/>
                    </a:lnTo>
                    <a:lnTo>
                      <a:pt x="428625" y="0"/>
                    </a:lnTo>
                    <a:lnTo>
                      <a:pt x="190500" y="200025"/>
                    </a:lnTo>
                    <a:lnTo>
                      <a:pt x="0" y="200025"/>
                    </a:lnTo>
                    <a:close/>
                  </a:path>
                </a:pathLst>
              </a:custGeom>
              <a:solidFill>
                <a:schemeClr val="bg1"/>
              </a:solidFill>
              <a:ln w="9525" cap="flat">
                <a:noFill/>
                <a:prstDash val="solid"/>
                <a:miter/>
              </a:ln>
            </p:spPr>
            <p:txBody>
              <a:bodyPr rtlCol="0" anchor="ctr"/>
              <a:lstStyle/>
              <a:p>
                <a:endParaRPr lang="fr-FR"/>
              </a:p>
            </p:txBody>
          </p:sp>
        </p:grpSp>
        <p:sp>
          <p:nvSpPr>
            <p:cNvPr id="32" name="ZoneTexte 31">
              <a:extLst>
                <a:ext uri="{FF2B5EF4-FFF2-40B4-BE49-F238E27FC236}">
                  <a16:creationId xmlns:a16="http://schemas.microsoft.com/office/drawing/2014/main" id="{DD8A0C1F-C4AF-F407-7EAB-0989B3EF3B39}"/>
                </a:ext>
              </a:extLst>
            </p:cNvPr>
            <p:cNvSpPr txBox="1"/>
            <p:nvPr/>
          </p:nvSpPr>
          <p:spPr>
            <a:xfrm>
              <a:off x="8970786" y="5305085"/>
              <a:ext cx="2272443" cy="523220"/>
            </a:xfrm>
            <a:prstGeom prst="rect">
              <a:avLst/>
            </a:prstGeom>
            <a:noFill/>
          </p:spPr>
          <p:txBody>
            <a:bodyPr wrap="square" rtlCol="0">
              <a:spAutoFit/>
            </a:bodyPr>
            <a:lstStyle/>
            <a:p>
              <a:pPr algn="ctr"/>
              <a:r>
                <a:rPr lang="fr-FR" sz="2800" b="1">
                  <a:solidFill>
                    <a:schemeClr val="accent2"/>
                  </a:solidFill>
                </a:rPr>
                <a:t>COACH IA</a:t>
              </a:r>
            </a:p>
          </p:txBody>
        </p:sp>
        <p:sp>
          <p:nvSpPr>
            <p:cNvPr id="33" name="ZoneTexte 32">
              <a:extLst>
                <a:ext uri="{FF2B5EF4-FFF2-40B4-BE49-F238E27FC236}">
                  <a16:creationId xmlns:a16="http://schemas.microsoft.com/office/drawing/2014/main" id="{F0944CEC-1084-0E9E-C48C-9E6641B11818}"/>
                </a:ext>
              </a:extLst>
            </p:cNvPr>
            <p:cNvSpPr txBox="1"/>
            <p:nvPr/>
          </p:nvSpPr>
          <p:spPr>
            <a:xfrm>
              <a:off x="8759324" y="5735971"/>
              <a:ext cx="2794094" cy="800219"/>
            </a:xfrm>
            <a:prstGeom prst="rect">
              <a:avLst/>
            </a:prstGeom>
            <a:noFill/>
          </p:spPr>
          <p:txBody>
            <a:bodyPr wrap="square" rtlCol="0">
              <a:spAutoFit/>
            </a:bodyPr>
            <a:lstStyle/>
            <a:p>
              <a:pPr algn="ctr"/>
              <a:r>
                <a:rPr lang="fr-FR" b="1">
                  <a:solidFill>
                    <a:srgbClr val="FF0000"/>
                  </a:solidFill>
                </a:rPr>
                <a:t>DIFFUSE</a:t>
              </a:r>
              <a:endParaRPr lang="fr-FR" sz="1400" b="1">
                <a:solidFill>
                  <a:srgbClr val="FF0000"/>
                </a:solidFill>
              </a:endParaRPr>
            </a:p>
            <a:p>
              <a:pPr marL="182563" indent="-182563">
                <a:buFont typeface="Arial" panose="020B0604020202020204" pitchFamily="34" charset="0"/>
                <a:buChar char="•"/>
              </a:pPr>
              <a:r>
                <a:rPr lang="fr-FR" sz="1400">
                  <a:solidFill>
                    <a:schemeClr val="bg1"/>
                  </a:solidFill>
                </a:rPr>
                <a:t>Acculturation &amp; formations</a:t>
              </a:r>
            </a:p>
            <a:p>
              <a:pPr marL="182563" indent="-182563">
                <a:buFont typeface="Arial" panose="020B0604020202020204" pitchFamily="34" charset="0"/>
                <a:buChar char="•"/>
              </a:pPr>
              <a:r>
                <a:rPr lang="fr-FR" sz="1400">
                  <a:solidFill>
                    <a:schemeClr val="bg1"/>
                  </a:solidFill>
                </a:rPr>
                <a:t>Culture IA, bonnes pratiques</a:t>
              </a:r>
            </a:p>
          </p:txBody>
        </p:sp>
      </p:grpSp>
      <p:sp>
        <p:nvSpPr>
          <p:cNvPr id="36" name="Flèche : double flèche horizontale 35">
            <a:extLst>
              <a:ext uri="{FF2B5EF4-FFF2-40B4-BE49-F238E27FC236}">
                <a16:creationId xmlns:a16="http://schemas.microsoft.com/office/drawing/2014/main" id="{64F61F20-9136-9496-904E-C4187FC8E6AF}"/>
              </a:ext>
            </a:extLst>
          </p:cNvPr>
          <p:cNvSpPr/>
          <p:nvPr/>
        </p:nvSpPr>
        <p:spPr>
          <a:xfrm rot="20193070">
            <a:off x="3189270" y="4700884"/>
            <a:ext cx="1548738" cy="512126"/>
          </a:xfrm>
          <a:prstGeom prst="leftRightArrow">
            <a:avLst>
              <a:gd name="adj1" fmla="val 30659"/>
              <a:gd name="adj2"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Flèche : double flèche horizontale 36">
            <a:extLst>
              <a:ext uri="{FF2B5EF4-FFF2-40B4-BE49-F238E27FC236}">
                <a16:creationId xmlns:a16="http://schemas.microsoft.com/office/drawing/2014/main" id="{D5BDCB77-1A4E-5A6A-326B-B203B0012780}"/>
              </a:ext>
            </a:extLst>
          </p:cNvPr>
          <p:cNvSpPr/>
          <p:nvPr/>
        </p:nvSpPr>
        <p:spPr>
          <a:xfrm>
            <a:off x="3434805" y="5479908"/>
            <a:ext cx="5486627" cy="512126"/>
          </a:xfrm>
          <a:prstGeom prst="leftRightArrow">
            <a:avLst>
              <a:gd name="adj1" fmla="val 29593"/>
              <a:gd name="adj2"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24483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Effect transition="in" filter="fade">
                                      <p:cBhvr>
                                        <p:cTn id="9" dur="750"/>
                                        <p:tgtEl>
                                          <p:spTgt spid="2"/>
                                        </p:tgtEl>
                                      </p:cBhvr>
                                    </p:animEffect>
                                  </p:childTnLst>
                                </p:cTn>
                              </p:par>
                            </p:childTnLst>
                          </p:cTn>
                        </p:par>
                        <p:par>
                          <p:cTn id="10" fill="hold">
                            <p:stCondLst>
                              <p:cond delay="750"/>
                            </p:stCondLst>
                            <p:childTnLst>
                              <p:par>
                                <p:cTn id="11" presetID="53" presetClass="entr" presetSubtype="16" fill="hold" nodeType="afterEffect">
                                  <p:stCondLst>
                                    <p:cond delay="250"/>
                                  </p:stCondLst>
                                  <p:childTnLst>
                                    <p:set>
                                      <p:cBhvr>
                                        <p:cTn id="12" dur="1" fill="hold">
                                          <p:stCondLst>
                                            <p:cond delay="0"/>
                                          </p:stCondLst>
                                        </p:cTn>
                                        <p:tgtEl>
                                          <p:spTgt spid="38"/>
                                        </p:tgtEl>
                                        <p:attrNameLst>
                                          <p:attrName>style.visibility</p:attrName>
                                        </p:attrNameLst>
                                      </p:cBhvr>
                                      <p:to>
                                        <p:strVal val="visible"/>
                                      </p:to>
                                    </p:set>
                                    <p:anim calcmode="lin" valueType="num">
                                      <p:cBhvr>
                                        <p:cTn id="13" dur="750" fill="hold"/>
                                        <p:tgtEl>
                                          <p:spTgt spid="38"/>
                                        </p:tgtEl>
                                        <p:attrNameLst>
                                          <p:attrName>ppt_w</p:attrName>
                                        </p:attrNameLst>
                                      </p:cBhvr>
                                      <p:tavLst>
                                        <p:tav tm="0">
                                          <p:val>
                                            <p:fltVal val="0"/>
                                          </p:val>
                                        </p:tav>
                                        <p:tav tm="100000">
                                          <p:val>
                                            <p:strVal val="#ppt_w"/>
                                          </p:val>
                                        </p:tav>
                                      </p:tavLst>
                                    </p:anim>
                                    <p:anim calcmode="lin" valueType="num">
                                      <p:cBhvr>
                                        <p:cTn id="14" dur="750" fill="hold"/>
                                        <p:tgtEl>
                                          <p:spTgt spid="38"/>
                                        </p:tgtEl>
                                        <p:attrNameLst>
                                          <p:attrName>ppt_h</p:attrName>
                                        </p:attrNameLst>
                                      </p:cBhvr>
                                      <p:tavLst>
                                        <p:tav tm="0">
                                          <p:val>
                                            <p:fltVal val="0"/>
                                          </p:val>
                                        </p:tav>
                                        <p:tav tm="100000">
                                          <p:val>
                                            <p:strVal val="#ppt_h"/>
                                          </p:val>
                                        </p:tav>
                                      </p:tavLst>
                                    </p:anim>
                                    <p:animEffect transition="in" filter="fade">
                                      <p:cBhvr>
                                        <p:cTn id="15" dur="750"/>
                                        <p:tgtEl>
                                          <p:spTgt spid="38"/>
                                        </p:tgtEl>
                                      </p:cBhvr>
                                    </p:animEffect>
                                  </p:childTnLst>
                                </p:cTn>
                              </p:par>
                            </p:childTnLst>
                          </p:cTn>
                        </p:par>
                        <p:par>
                          <p:cTn id="16" fill="hold">
                            <p:stCondLst>
                              <p:cond delay="1750"/>
                            </p:stCondLst>
                            <p:childTnLst>
                              <p:par>
                                <p:cTn id="17" presetID="53" presetClass="entr" presetSubtype="16" fill="hold" nodeType="afterEffect">
                                  <p:stCondLst>
                                    <p:cond delay="500"/>
                                  </p:stCondLst>
                                  <p:childTnLst>
                                    <p:set>
                                      <p:cBhvr>
                                        <p:cTn id="18" dur="1" fill="hold">
                                          <p:stCondLst>
                                            <p:cond delay="0"/>
                                          </p:stCondLst>
                                        </p:cTn>
                                        <p:tgtEl>
                                          <p:spTgt spid="39"/>
                                        </p:tgtEl>
                                        <p:attrNameLst>
                                          <p:attrName>style.visibility</p:attrName>
                                        </p:attrNameLst>
                                      </p:cBhvr>
                                      <p:to>
                                        <p:strVal val="visible"/>
                                      </p:to>
                                    </p:set>
                                    <p:anim calcmode="lin" valueType="num">
                                      <p:cBhvr>
                                        <p:cTn id="19" dur="750" fill="hold"/>
                                        <p:tgtEl>
                                          <p:spTgt spid="39"/>
                                        </p:tgtEl>
                                        <p:attrNameLst>
                                          <p:attrName>ppt_w</p:attrName>
                                        </p:attrNameLst>
                                      </p:cBhvr>
                                      <p:tavLst>
                                        <p:tav tm="0">
                                          <p:val>
                                            <p:fltVal val="0"/>
                                          </p:val>
                                        </p:tav>
                                        <p:tav tm="100000">
                                          <p:val>
                                            <p:strVal val="#ppt_w"/>
                                          </p:val>
                                        </p:tav>
                                      </p:tavLst>
                                    </p:anim>
                                    <p:anim calcmode="lin" valueType="num">
                                      <p:cBhvr>
                                        <p:cTn id="20" dur="750" fill="hold"/>
                                        <p:tgtEl>
                                          <p:spTgt spid="39"/>
                                        </p:tgtEl>
                                        <p:attrNameLst>
                                          <p:attrName>ppt_h</p:attrName>
                                        </p:attrNameLst>
                                      </p:cBhvr>
                                      <p:tavLst>
                                        <p:tav tm="0">
                                          <p:val>
                                            <p:fltVal val="0"/>
                                          </p:val>
                                        </p:tav>
                                        <p:tav tm="100000">
                                          <p:val>
                                            <p:strVal val="#ppt_h"/>
                                          </p:val>
                                        </p:tav>
                                      </p:tavLst>
                                    </p:anim>
                                    <p:animEffect transition="in" filter="fade">
                                      <p:cBhvr>
                                        <p:cTn id="21" dur="750"/>
                                        <p:tgtEl>
                                          <p:spTgt spid="39"/>
                                        </p:tgtEl>
                                      </p:cBhvr>
                                    </p:animEffect>
                                  </p:childTnLst>
                                </p:cTn>
                              </p:par>
                            </p:childTnLst>
                          </p:cTn>
                        </p:par>
                        <p:par>
                          <p:cTn id="22" fill="hold">
                            <p:stCondLst>
                              <p:cond delay="3000"/>
                            </p:stCondLst>
                            <p:childTnLst>
                              <p:par>
                                <p:cTn id="23" presetID="53" presetClass="entr" presetSubtype="16" fill="hold" nodeType="afterEffect">
                                  <p:stCondLst>
                                    <p:cond delay="500"/>
                                  </p:stCondLst>
                                  <p:childTnLst>
                                    <p:set>
                                      <p:cBhvr>
                                        <p:cTn id="24" dur="1" fill="hold">
                                          <p:stCondLst>
                                            <p:cond delay="0"/>
                                          </p:stCondLst>
                                        </p:cTn>
                                        <p:tgtEl>
                                          <p:spTgt spid="40"/>
                                        </p:tgtEl>
                                        <p:attrNameLst>
                                          <p:attrName>style.visibility</p:attrName>
                                        </p:attrNameLst>
                                      </p:cBhvr>
                                      <p:to>
                                        <p:strVal val="visible"/>
                                      </p:to>
                                    </p:set>
                                    <p:anim calcmode="lin" valueType="num">
                                      <p:cBhvr>
                                        <p:cTn id="25" dur="750" fill="hold"/>
                                        <p:tgtEl>
                                          <p:spTgt spid="40"/>
                                        </p:tgtEl>
                                        <p:attrNameLst>
                                          <p:attrName>ppt_w</p:attrName>
                                        </p:attrNameLst>
                                      </p:cBhvr>
                                      <p:tavLst>
                                        <p:tav tm="0">
                                          <p:val>
                                            <p:fltVal val="0"/>
                                          </p:val>
                                        </p:tav>
                                        <p:tav tm="100000">
                                          <p:val>
                                            <p:strVal val="#ppt_w"/>
                                          </p:val>
                                        </p:tav>
                                      </p:tavLst>
                                    </p:anim>
                                    <p:anim calcmode="lin" valueType="num">
                                      <p:cBhvr>
                                        <p:cTn id="26" dur="750" fill="hold"/>
                                        <p:tgtEl>
                                          <p:spTgt spid="40"/>
                                        </p:tgtEl>
                                        <p:attrNameLst>
                                          <p:attrName>ppt_h</p:attrName>
                                        </p:attrNameLst>
                                      </p:cBhvr>
                                      <p:tavLst>
                                        <p:tav tm="0">
                                          <p:val>
                                            <p:fltVal val="0"/>
                                          </p:val>
                                        </p:tav>
                                        <p:tav tm="100000">
                                          <p:val>
                                            <p:strVal val="#ppt_h"/>
                                          </p:val>
                                        </p:tav>
                                      </p:tavLst>
                                    </p:anim>
                                    <p:animEffect transition="in" filter="fade">
                                      <p:cBhvr>
                                        <p:cTn id="27" dur="750"/>
                                        <p:tgtEl>
                                          <p:spTgt spid="40"/>
                                        </p:tgtEl>
                                      </p:cBhvr>
                                    </p:animEffect>
                                  </p:childTnLst>
                                </p:cTn>
                              </p:par>
                            </p:childTnLst>
                          </p:cTn>
                        </p:par>
                        <p:par>
                          <p:cTn id="28" fill="hold">
                            <p:stCondLst>
                              <p:cond delay="4250"/>
                            </p:stCondLst>
                            <p:childTnLst>
                              <p:par>
                                <p:cTn id="29" presetID="16" presetClass="entr" presetSubtype="37" fill="hold" grpId="0" nodeType="afterEffect">
                                  <p:stCondLst>
                                    <p:cond delay="1000"/>
                                  </p:stCondLst>
                                  <p:childTnLst>
                                    <p:set>
                                      <p:cBhvr>
                                        <p:cTn id="30" dur="1" fill="hold">
                                          <p:stCondLst>
                                            <p:cond delay="0"/>
                                          </p:stCondLst>
                                        </p:cTn>
                                        <p:tgtEl>
                                          <p:spTgt spid="36"/>
                                        </p:tgtEl>
                                        <p:attrNameLst>
                                          <p:attrName>style.visibility</p:attrName>
                                        </p:attrNameLst>
                                      </p:cBhvr>
                                      <p:to>
                                        <p:strVal val="visible"/>
                                      </p:to>
                                    </p:set>
                                    <p:animEffect transition="in" filter="barn(outVertical)">
                                      <p:cBhvr>
                                        <p:cTn id="31" dur="500"/>
                                        <p:tgtEl>
                                          <p:spTgt spid="36"/>
                                        </p:tgtEl>
                                      </p:cBhvr>
                                    </p:animEffect>
                                  </p:childTnLst>
                                </p:cTn>
                              </p:par>
                              <p:par>
                                <p:cTn id="32" presetID="16" presetClass="entr" presetSubtype="37" fill="hold" grpId="0" nodeType="withEffect">
                                  <p:stCondLst>
                                    <p:cond delay="1000"/>
                                  </p:stCondLst>
                                  <p:childTnLst>
                                    <p:set>
                                      <p:cBhvr>
                                        <p:cTn id="33" dur="1" fill="hold">
                                          <p:stCondLst>
                                            <p:cond delay="0"/>
                                          </p:stCondLst>
                                        </p:cTn>
                                        <p:tgtEl>
                                          <p:spTgt spid="37"/>
                                        </p:tgtEl>
                                        <p:attrNameLst>
                                          <p:attrName>style.visibility</p:attrName>
                                        </p:attrNameLst>
                                      </p:cBhvr>
                                      <p:to>
                                        <p:strVal val="visible"/>
                                      </p:to>
                                    </p:set>
                                    <p:animEffect transition="in" filter="barn(outVertical)">
                                      <p:cBhvr>
                                        <p:cTn id="3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6" grpId="0" animBg="1"/>
      <p:bldP spid="37" grpId="0" animBg="1"/>
    </p:bldLst>
  </p:timing>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424C40-D33A-8BAB-A3CA-10882BE446AD}"/>
              </a:ext>
            </a:extLst>
          </p:cNvPr>
          <p:cNvSpPr>
            <a:spLocks noGrp="1"/>
          </p:cNvSpPr>
          <p:nvPr>
            <p:ph type="title"/>
          </p:nvPr>
        </p:nvSpPr>
        <p:spPr>
          <a:xfrm>
            <a:off x="838200" y="86833"/>
            <a:ext cx="10515600" cy="1325563"/>
          </a:xfrm>
        </p:spPr>
        <p:txBody>
          <a:bodyPr anchor="ctr">
            <a:normAutofit/>
          </a:bodyPr>
          <a:lstStyle/>
          <a:p>
            <a:r>
              <a:rPr lang="fr-FR"/>
              <a:t>Synthèse des points clés</a:t>
            </a:r>
          </a:p>
        </p:txBody>
      </p:sp>
      <p:pic>
        <p:nvPicPr>
          <p:cNvPr id="5" name="Espace réservé du contenu 4" descr="http://kuaijibbs.com/istockphoto/banner/zhuce1.jpg ">
            <a:extLst>
              <a:ext uri="{FF2B5EF4-FFF2-40B4-BE49-F238E27FC236}">
                <a16:creationId xmlns:a16="http://schemas.microsoft.com/office/drawing/2014/main" id="{6D69C27C-C437-449E-89F1-A4F5DAC4F0BF}"/>
              </a:ext>
            </a:extLst>
          </p:cNvPr>
          <p:cNvPicPr>
            <a:picLocks noGrp="1" noChangeAspect="1"/>
          </p:cNvPicPr>
          <p:nvPr>
            <p:ph sz="half" idx="1"/>
          </p:nvPr>
        </p:nvPicPr>
        <p:blipFill>
          <a:blip r:embed="rId3"/>
          <a:srcRect t="3674" b="12349"/>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942780E1-5B27-0DAF-5D69-4CC07BB8DAF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Stratégie de responsabilité</a:t>
            </a:r>
          </a:p>
          <a:p>
            <a:pPr marL="0" lvl="1" indent="0">
              <a:buFont typeface="Arial" panose="020B0604020202020204" pitchFamily="34" charset="0"/>
              <a:buNone/>
            </a:pPr>
            <a:r>
              <a:rPr lang="fr-FR" sz="1400"/>
              <a:t>L’IA ne peut être déployée efficacement sans une stratégie de responsabilité bien définie, garantissant une utilisation éthique et sécurisée.</a:t>
            </a:r>
          </a:p>
          <a:p>
            <a:pPr marL="0" indent="0">
              <a:spcBef>
                <a:spcPts val="2500"/>
              </a:spcBef>
              <a:buFont typeface="Arial" panose="020B0604020202020204" pitchFamily="34" charset="0"/>
              <a:buNone/>
            </a:pPr>
            <a:r>
              <a:rPr lang="fr-FR" sz="1400" b="1"/>
              <a:t>Cadre réglementaire exigent</a:t>
            </a:r>
          </a:p>
          <a:p>
            <a:pPr marL="0" lvl="1" indent="0">
              <a:buFont typeface="Arial" panose="020B0604020202020204" pitchFamily="34" charset="0"/>
              <a:buNone/>
            </a:pPr>
            <a:r>
              <a:rPr lang="fr-FR" sz="1400"/>
              <a:t>Avec l’évolution rapide de la technologie, le cadre réglementaire devient de plus en plus strict, nécessitant une conformité rigoureuse.</a:t>
            </a:r>
          </a:p>
          <a:p>
            <a:pPr marL="0" indent="0">
              <a:spcBef>
                <a:spcPts val="2500"/>
              </a:spcBef>
              <a:buFont typeface="Arial" panose="020B0604020202020204" pitchFamily="34" charset="0"/>
              <a:buNone/>
            </a:pPr>
            <a:r>
              <a:rPr lang="fr-FR" sz="1400" b="1"/>
              <a:t>Analyse des données utilisées</a:t>
            </a:r>
          </a:p>
          <a:p>
            <a:pPr marL="0" lvl="1" indent="0">
              <a:buFont typeface="Arial" panose="020B0604020202020204" pitchFamily="34" charset="0"/>
              <a:buNone/>
            </a:pPr>
            <a:r>
              <a:rPr lang="fr-FR" sz="1400"/>
              <a:t>C’est la clé pour déterminer si votre usage est raisonné.</a:t>
            </a:r>
          </a:p>
          <a:p>
            <a:pPr marL="0" lvl="1" indent="0">
              <a:buFont typeface="Arial" panose="020B0604020202020204" pitchFamily="34" charset="0"/>
              <a:buNone/>
            </a:pPr>
            <a:endParaRPr lang="fr-FR" sz="1400"/>
          </a:p>
          <a:p>
            <a:pPr marL="0" lvl="1" indent="0">
              <a:buFont typeface="Arial" panose="020B0604020202020204" pitchFamily="34" charset="0"/>
              <a:buNone/>
            </a:pPr>
            <a:r>
              <a:rPr lang="fr-FR" sz="1400" b="1"/>
              <a:t>C’est la responsabilité de tous </a:t>
            </a:r>
          </a:p>
          <a:p>
            <a:pPr marL="0" lvl="1" indent="0">
              <a:buNone/>
            </a:pPr>
            <a:r>
              <a:rPr lang="fr-FR" sz="1400"/>
              <a:t>Cette formation est la clé pour que vous ayez un usage responsable.</a:t>
            </a:r>
          </a:p>
          <a:p>
            <a:pPr marL="0" lvl="1" indent="0">
              <a:buNone/>
            </a:pPr>
            <a:endParaRPr lang="fr-FR" sz="1400" b="1"/>
          </a:p>
        </p:txBody>
      </p:sp>
    </p:spTree>
    <p:extLst>
      <p:ext uri="{BB962C8B-B14F-4D97-AF65-F5344CB8AC3E}">
        <p14:creationId xmlns:p14="http://schemas.microsoft.com/office/powerpoint/2010/main" val="4858165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Thème Office">
  <a:themeElements>
    <a:clrScheme name="Charte ATP 2025">
      <a:dk1>
        <a:sysClr val="windowText" lastClr="000000"/>
      </a:dk1>
      <a:lt1>
        <a:sysClr val="window" lastClr="FFFFFF"/>
      </a:lt1>
      <a:dk2>
        <a:srgbClr val="0E2841"/>
      </a:dk2>
      <a:lt2>
        <a:srgbClr val="E8E8E8"/>
      </a:lt2>
      <a:accent1>
        <a:srgbClr val="1A163C"/>
      </a:accent1>
      <a:accent2>
        <a:srgbClr val="E10980"/>
      </a:accent2>
      <a:accent3>
        <a:srgbClr val="59B7C8"/>
      </a:accent3>
      <a:accent4>
        <a:srgbClr val="F1B622"/>
      </a:accent4>
      <a:accent5>
        <a:srgbClr val="EE0004"/>
      </a:accent5>
      <a:accent6>
        <a:srgbClr val="5B7811"/>
      </a:accent6>
      <a:hlink>
        <a:srgbClr val="B6F122"/>
      </a:hlink>
      <a:folHlink>
        <a:srgbClr val="5B1178"/>
      </a:folHlink>
    </a:clrScheme>
    <a:fontScheme name="Charte ATP 2025">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ésentation1" id="{8AFD8D86-62B0-4B6F-90C9-32867FA83186}" vid="{9C85EC64-B61D-42B6-B70D-6822467BC829}"/>
    </a:ext>
  </a:extLst>
</a:theme>
</file>

<file path=ppt/theme/theme2.xml><?xml version="1.0" encoding="utf-8"?>
<a:theme xmlns:a="http://schemas.openxmlformats.org/drawingml/2006/main" name="1_Thème Office">
  <a:themeElements>
    <a:clrScheme name="ATP v2025">
      <a:dk1>
        <a:sysClr val="windowText" lastClr="000000"/>
      </a:dk1>
      <a:lt1>
        <a:sysClr val="window" lastClr="FFFFFF"/>
      </a:lt1>
      <a:dk2>
        <a:srgbClr val="1F497D"/>
      </a:dk2>
      <a:lt2>
        <a:srgbClr val="EEECE1"/>
      </a:lt2>
      <a:accent1>
        <a:srgbClr val="4F81BD"/>
      </a:accent1>
      <a:accent2>
        <a:srgbClr val="C7A5B8"/>
      </a:accent2>
      <a:accent3>
        <a:srgbClr val="E10980"/>
      </a:accent3>
      <a:accent4>
        <a:srgbClr val="59B7C8"/>
      </a:accent4>
      <a:accent5>
        <a:srgbClr val="262345"/>
      </a:accent5>
      <a:accent6>
        <a:srgbClr val="F79646"/>
      </a:accent6>
      <a:hlink>
        <a:srgbClr val="0000FF"/>
      </a:hlink>
      <a:folHlink>
        <a:srgbClr val="800080"/>
      </a:folHlink>
    </a:clrScheme>
    <a:fontScheme name="Personnalisé 1">
      <a:majorFont>
        <a:latin typeface="Ace Sans Extra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Thème Office">
  <a:themeElements>
    <a:clrScheme name="ATP 2025">
      <a:dk1>
        <a:sysClr val="windowText" lastClr="000000"/>
      </a:dk1>
      <a:lt1>
        <a:sysClr val="window" lastClr="FFFFFF"/>
      </a:lt1>
      <a:dk2>
        <a:srgbClr val="1F497D"/>
      </a:dk2>
      <a:lt2>
        <a:srgbClr val="EEECE1"/>
      </a:lt2>
      <a:accent1>
        <a:srgbClr val="4F81BD"/>
      </a:accent1>
      <a:accent2>
        <a:srgbClr val="C0504D"/>
      </a:accent2>
      <a:accent3>
        <a:srgbClr val="E10980"/>
      </a:accent3>
      <a:accent4>
        <a:srgbClr val="59B7C8"/>
      </a:accent4>
      <a:accent5>
        <a:srgbClr val="262345"/>
      </a:accent5>
      <a:accent6>
        <a:srgbClr val="F79646"/>
      </a:accent6>
      <a:hlink>
        <a:srgbClr val="0000FF"/>
      </a:hlink>
      <a:folHlink>
        <a:srgbClr val="800080"/>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ATP 2025">
    <a:dk1>
      <a:sysClr val="windowText" lastClr="000000"/>
    </a:dk1>
    <a:lt1>
      <a:sysClr val="window" lastClr="FFFFFF"/>
    </a:lt1>
    <a:dk2>
      <a:srgbClr val="1F497D"/>
    </a:dk2>
    <a:lt2>
      <a:srgbClr val="EEECE1"/>
    </a:lt2>
    <a:accent1>
      <a:srgbClr val="4F81BD"/>
    </a:accent1>
    <a:accent2>
      <a:srgbClr val="C0504D"/>
    </a:accent2>
    <a:accent3>
      <a:srgbClr val="E10980"/>
    </a:accent3>
    <a:accent4>
      <a:srgbClr val="59B7C8"/>
    </a:accent4>
    <a:accent5>
      <a:srgbClr val="262345"/>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ATP 2025">
    <a:dk1>
      <a:sysClr val="windowText" lastClr="000000"/>
    </a:dk1>
    <a:lt1>
      <a:sysClr val="window" lastClr="FFFFFF"/>
    </a:lt1>
    <a:dk2>
      <a:srgbClr val="1F497D"/>
    </a:dk2>
    <a:lt2>
      <a:srgbClr val="EEECE1"/>
    </a:lt2>
    <a:accent1>
      <a:srgbClr val="4F81BD"/>
    </a:accent1>
    <a:accent2>
      <a:srgbClr val="C0504D"/>
    </a:accent2>
    <a:accent3>
      <a:srgbClr val="E10980"/>
    </a:accent3>
    <a:accent4>
      <a:srgbClr val="59B7C8"/>
    </a:accent4>
    <a:accent5>
      <a:srgbClr val="262345"/>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ATP 2025">
    <a:dk1>
      <a:sysClr val="windowText" lastClr="000000"/>
    </a:dk1>
    <a:lt1>
      <a:sysClr val="window" lastClr="FFFFFF"/>
    </a:lt1>
    <a:dk2>
      <a:srgbClr val="1F497D"/>
    </a:dk2>
    <a:lt2>
      <a:srgbClr val="EEECE1"/>
    </a:lt2>
    <a:accent1>
      <a:srgbClr val="4F81BD"/>
    </a:accent1>
    <a:accent2>
      <a:srgbClr val="C0504D"/>
    </a:accent2>
    <a:accent3>
      <a:srgbClr val="E10980"/>
    </a:accent3>
    <a:accent4>
      <a:srgbClr val="59B7C8"/>
    </a:accent4>
    <a:accent5>
      <a:srgbClr val="262345"/>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c97064c-372a-491a-a35c-80defe6c5d61" xsi:nil="true"/>
    <lcf76f155ced4ddcb4097134ff3c332f xmlns="3b51226a-ccd7-479b-b864-35c86fdd26d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68531E29B03AF498D5CD77E1A078007" ma:contentTypeVersion="11" ma:contentTypeDescription="Crée un document." ma:contentTypeScope="" ma:versionID="131cf96fea8f38b7e6d44f889d8c3e6b">
  <xsd:schema xmlns:xsd="http://www.w3.org/2001/XMLSchema" xmlns:xs="http://www.w3.org/2001/XMLSchema" xmlns:p="http://schemas.microsoft.com/office/2006/metadata/properties" xmlns:ns2="3b51226a-ccd7-479b-b864-35c86fdd26d6" xmlns:ns3="dc97064c-372a-491a-a35c-80defe6c5d61" targetNamespace="http://schemas.microsoft.com/office/2006/metadata/properties" ma:root="true" ma:fieldsID="d6bc87cdf574719f7d8fb4282c1cc275" ns2:_="" ns3:_="">
    <xsd:import namespace="3b51226a-ccd7-479b-b864-35c86fdd26d6"/>
    <xsd:import namespace="dc97064c-372a-491a-a35c-80defe6c5d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51226a-ccd7-479b-b864-35c86fdd26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66524dec-72e0-444b-8aad-8d36ad6c521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c97064c-372a-491a-a35c-80defe6c5d6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1110f09-717f-4360-b161-5f17080881f2}" ma:internalName="TaxCatchAll" ma:showField="CatchAllData" ma:web="dc97064c-372a-491a-a35c-80defe6c5d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458A90-1B36-4ABE-8244-B1F35C341F10}">
  <ds:schemaRefs>
    <ds:schemaRef ds:uri="3b51226a-ccd7-479b-b864-35c86fdd26d6"/>
    <ds:schemaRef ds:uri="dc97064c-372a-491a-a35c-80defe6c5d6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976DBD4-5B24-4B3F-B28B-3F2346332F7F}">
  <ds:schemaRefs>
    <ds:schemaRef ds:uri="http://schemas.microsoft.com/sharepoint/v3/contenttype/forms"/>
  </ds:schemaRefs>
</ds:datastoreItem>
</file>

<file path=customXml/itemProps3.xml><?xml version="1.0" encoding="utf-8"?>
<ds:datastoreItem xmlns:ds="http://schemas.openxmlformats.org/officeDocument/2006/customXml" ds:itemID="{87227773-CAAA-4B09-9C3B-898667A42778}">
  <ds:schemaRefs>
    <ds:schemaRef ds:uri="3b51226a-ccd7-479b-b864-35c86fdd26d6"/>
    <ds:schemaRef ds:uri="dc97064c-372a-491a-a35c-80defe6c5d6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3004</Words>
  <Application>Microsoft Office PowerPoint</Application>
  <PresentationFormat>Grand écran</PresentationFormat>
  <Paragraphs>248</Paragraphs>
  <Slides>36</Slides>
  <Notes>13</Notes>
  <HiddenSlides>0</HiddenSlides>
  <MMClips>0</MMClips>
  <ScaleCrop>false</ScaleCrop>
  <HeadingPairs>
    <vt:vector size="6" baseType="variant">
      <vt:variant>
        <vt:lpstr>Polices utilisées</vt:lpstr>
      </vt:variant>
      <vt:variant>
        <vt:i4>10</vt:i4>
      </vt:variant>
      <vt:variant>
        <vt:lpstr>Thème</vt:lpstr>
      </vt:variant>
      <vt:variant>
        <vt:i4>3</vt:i4>
      </vt:variant>
      <vt:variant>
        <vt:lpstr>Titres des diapositives</vt:lpstr>
      </vt:variant>
      <vt:variant>
        <vt:i4>36</vt:i4>
      </vt:variant>
    </vt:vector>
  </HeadingPairs>
  <TitlesOfParts>
    <vt:vector size="49" baseType="lpstr">
      <vt:lpstr>Ace Sans Extrabold</vt:lpstr>
      <vt:lpstr>Aptos</vt:lpstr>
      <vt:lpstr>Aptos Display</vt:lpstr>
      <vt:lpstr>Aptos Narrow</vt:lpstr>
      <vt:lpstr>Arial</vt:lpstr>
      <vt:lpstr>Calibri</vt:lpstr>
      <vt:lpstr>Segoe UI</vt:lpstr>
      <vt:lpstr>Segoe UI</vt:lpstr>
      <vt:lpstr>Segoe UI Semibold</vt:lpstr>
      <vt:lpstr>Wingdings</vt:lpstr>
      <vt:lpstr>Thème Office</vt:lpstr>
      <vt:lpstr>1_Thème Office</vt:lpstr>
      <vt:lpstr>2_Thème Office</vt:lpstr>
      <vt:lpstr>Les risques Le cadre réglementaire Les obligations de l’entreprise</vt:lpstr>
      <vt:lpstr>Pourquoi encadrer l’IA ?</vt:lpstr>
      <vt:lpstr>Présentation PowerPoint</vt:lpstr>
      <vt:lpstr>Présentation PowerPoint</vt:lpstr>
      <vt:lpstr>Brainstorm</vt:lpstr>
      <vt:lpstr>LES POINTS DE VIGILANCE</vt:lpstr>
      <vt:lpstr>Hallucinations</vt:lpstr>
      <vt:lpstr> ✅ Réflexes à adopter </vt:lpstr>
      <vt:lpstr>“On utilise l’IA quand on maîtrise le sujet”</vt:lpstr>
      <vt:lpstr>Présentation PowerPoint</vt:lpstr>
      <vt:lpstr>Présentation PowerPoint</vt:lpstr>
      <vt:lpstr>Présentation PowerPoint</vt:lpstr>
      <vt:lpstr> Confidentialité et données personnelles </vt:lpstr>
      <vt:lpstr>La sensibilité de la donnée </vt:lpstr>
      <vt:lpstr>QUIZ</vt:lpstr>
      <vt:lpstr>Présentation PowerPoint</vt:lpstr>
      <vt:lpstr>FAIBLE</vt:lpstr>
      <vt:lpstr>Présentation PowerPoint</vt:lpstr>
      <vt:lpstr>MODERE</vt:lpstr>
      <vt:lpstr>Présentation PowerPoint</vt:lpstr>
      <vt:lpstr>ELEVE</vt:lpstr>
      <vt:lpstr>Présentation PowerPoint</vt:lpstr>
      <vt:lpstr>ELEVE</vt:lpstr>
      <vt:lpstr>Présentation PowerPoint</vt:lpstr>
      <vt:lpstr>ELEVE</vt:lpstr>
      <vt:lpstr>Cadre réglementaire – Ce que dit la loi</vt:lpstr>
      <vt:lpstr>Présentation PowerPoint</vt:lpstr>
      <vt:lpstr>Présentation PowerPoint</vt:lpstr>
      <vt:lpstr>Présentation PowerPoint</vt:lpstr>
      <vt:lpstr>Les niveaux de risque</vt:lpstr>
      <vt:lpstr>RGPD – Données personnelles &amp; IA</vt:lpstr>
      <vt:lpstr>Droit d’auteur – Contenus générés par IA</vt:lpstr>
      <vt:lpstr>Encadrer les usages</vt:lpstr>
      <vt:lpstr>Présentation PowerPoint</vt:lpstr>
      <vt:lpstr>Présentation PowerPoint</vt:lpstr>
      <vt:lpstr>Synthèse des points clés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Romain Joubert</cp:lastModifiedBy>
  <cp:revision>2</cp:revision>
  <dcterms:created xsi:type="dcterms:W3CDTF">2012-07-30T22:21:58Z</dcterms:created>
  <dcterms:modified xsi:type="dcterms:W3CDTF">2026-02-05T09:20:47Z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0x010100868531E29B03AF498D5CD77E1A078007</vt:lpwstr>
  </property>
  <property fmtid="{D5CDD505-2E9C-101B-9397-08002B2CF9AE}" pid="3" name="MediaServiceImageTags">
    <vt:lpwstr/>
  </property>
</Properties>
</file>